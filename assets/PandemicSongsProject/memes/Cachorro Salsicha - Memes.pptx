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5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C3173A-70BD-4555-AC4B-1BB968DC57AF}" v="524" dt="2020-07-25T02:50:08.8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96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andro Daniel" userId="682bb4abc622d264" providerId="LiveId" clId="{D4C3173A-70BD-4555-AC4B-1BB968DC57AF}"/>
    <pc:docChg chg="undo redo custSel mod addSld delSld modSld sldOrd">
      <pc:chgData name="Leandro Daniel" userId="682bb4abc622d264" providerId="LiveId" clId="{D4C3173A-70BD-4555-AC4B-1BB968DC57AF}" dt="2020-07-25T02:54:24.040" v="2835" actId="1076"/>
      <pc:docMkLst>
        <pc:docMk/>
      </pc:docMkLst>
      <pc:sldChg chg="addSp delSp modSp new mod setBg">
        <pc:chgData name="Leandro Daniel" userId="682bb4abc622d264" providerId="LiveId" clId="{D4C3173A-70BD-4555-AC4B-1BB968DC57AF}" dt="2020-07-21T17:10:37.004" v="747" actId="20577"/>
        <pc:sldMkLst>
          <pc:docMk/>
          <pc:sldMk cId="4294714361" sldId="256"/>
        </pc:sldMkLst>
        <pc:spChg chg="del">
          <ac:chgData name="Leandro Daniel" userId="682bb4abc622d264" providerId="LiveId" clId="{D4C3173A-70BD-4555-AC4B-1BB968DC57AF}" dt="2020-07-20T23:41:56.948" v="1" actId="478"/>
          <ac:spMkLst>
            <pc:docMk/>
            <pc:sldMk cId="4294714361" sldId="256"/>
            <ac:spMk id="2" creationId="{08E1EA3B-C077-48CE-8BC3-22D005E9E40F}"/>
          </ac:spMkLst>
        </pc:spChg>
        <pc:spChg chg="del">
          <ac:chgData name="Leandro Daniel" userId="682bb4abc622d264" providerId="LiveId" clId="{D4C3173A-70BD-4555-AC4B-1BB968DC57AF}" dt="2020-07-20T23:41:56.948" v="1" actId="478"/>
          <ac:spMkLst>
            <pc:docMk/>
            <pc:sldMk cId="4294714361" sldId="256"/>
            <ac:spMk id="3" creationId="{4F8E612E-EF96-41D7-9C39-B66E6AFAFE26}"/>
          </ac:spMkLst>
        </pc:spChg>
        <pc:spChg chg="add mod">
          <ac:chgData name="Leandro Daniel" userId="682bb4abc622d264" providerId="LiveId" clId="{D4C3173A-70BD-4555-AC4B-1BB968DC57AF}" dt="2020-07-20T23:54:37.011" v="559" actId="1076"/>
          <ac:spMkLst>
            <pc:docMk/>
            <pc:sldMk cId="4294714361" sldId="256"/>
            <ac:spMk id="6" creationId="{FBC732CB-3EF4-4B2A-9A94-5B1A39DFE784}"/>
          </ac:spMkLst>
        </pc:spChg>
        <pc:spChg chg="add del mod">
          <ac:chgData name="Leandro Daniel" userId="682bb4abc622d264" providerId="LiveId" clId="{D4C3173A-70BD-4555-AC4B-1BB968DC57AF}" dt="2020-07-20T23:48:46.819" v="67" actId="478"/>
          <ac:spMkLst>
            <pc:docMk/>
            <pc:sldMk cId="4294714361" sldId="256"/>
            <ac:spMk id="8" creationId="{5444323F-9476-4EEA-BB2A-F32CBCF743A5}"/>
          </ac:spMkLst>
        </pc:spChg>
        <pc:spChg chg="add mod">
          <ac:chgData name="Leandro Daniel" userId="682bb4abc622d264" providerId="LiveId" clId="{D4C3173A-70BD-4555-AC4B-1BB968DC57AF}" dt="2020-07-21T17:10:37.004" v="747" actId="20577"/>
          <ac:spMkLst>
            <pc:docMk/>
            <pc:sldMk cId="4294714361" sldId="256"/>
            <ac:spMk id="9" creationId="{674ED01A-017E-45F4-9C8A-D5D962A1743D}"/>
          </ac:spMkLst>
        </pc:spChg>
        <pc:spChg chg="add del">
          <ac:chgData name="Leandro Daniel" userId="682bb4abc622d264" providerId="LiveId" clId="{D4C3173A-70BD-4555-AC4B-1BB968DC57AF}" dt="2020-07-20T23:48:44.419" v="66" actId="478"/>
          <ac:spMkLst>
            <pc:docMk/>
            <pc:sldMk cId="4294714361" sldId="256"/>
            <ac:spMk id="10" creationId="{321943F0-0AF6-46EC-8777-53F3C67E7436}"/>
          </ac:spMkLst>
        </pc:spChg>
        <pc:spChg chg="mod">
          <ac:chgData name="Leandro Daniel" userId="682bb4abc622d264" providerId="LiveId" clId="{D4C3173A-70BD-4555-AC4B-1BB968DC57AF}" dt="2020-07-21T00:52:26.113" v="671" actId="27803"/>
          <ac:spMkLst>
            <pc:docMk/>
            <pc:sldMk cId="4294714361" sldId="256"/>
            <ac:spMk id="20" creationId="{75BA2617-02D5-4B62-8A78-BB1ED0A074C8}"/>
          </ac:spMkLst>
        </pc:spChg>
        <pc:spChg chg="mod">
          <ac:chgData name="Leandro Daniel" userId="682bb4abc622d264" providerId="LiveId" clId="{D4C3173A-70BD-4555-AC4B-1BB968DC57AF}" dt="2020-07-21T00:52:26.113" v="671" actId="27803"/>
          <ac:spMkLst>
            <pc:docMk/>
            <pc:sldMk cId="4294714361" sldId="256"/>
            <ac:spMk id="21" creationId="{FEF4E510-FDD2-4772-8952-5B2DA289CAFC}"/>
          </ac:spMkLst>
        </pc:spChg>
        <pc:spChg chg="mod">
          <ac:chgData name="Leandro Daniel" userId="682bb4abc622d264" providerId="LiveId" clId="{D4C3173A-70BD-4555-AC4B-1BB968DC57AF}" dt="2020-07-21T00:52:26.113" v="671" actId="27803"/>
          <ac:spMkLst>
            <pc:docMk/>
            <pc:sldMk cId="4294714361" sldId="256"/>
            <ac:spMk id="22" creationId="{0417F1EF-88FA-4998-ACEE-A50F54F92706}"/>
          </ac:spMkLst>
        </pc:spChg>
        <pc:spChg chg="mod">
          <ac:chgData name="Leandro Daniel" userId="682bb4abc622d264" providerId="LiveId" clId="{D4C3173A-70BD-4555-AC4B-1BB968DC57AF}" dt="2020-07-21T00:52:26.113" v="671" actId="27803"/>
          <ac:spMkLst>
            <pc:docMk/>
            <pc:sldMk cId="4294714361" sldId="256"/>
            <ac:spMk id="23" creationId="{F8355431-F05D-4DE2-81B7-234117000B64}"/>
          </ac:spMkLst>
        </pc:spChg>
        <pc:grpChg chg="mod">
          <ac:chgData name="Leandro Daniel" userId="682bb4abc622d264" providerId="LiveId" clId="{D4C3173A-70BD-4555-AC4B-1BB968DC57AF}" dt="2020-07-21T00:52:26.113" v="671" actId="27803"/>
          <ac:grpSpMkLst>
            <pc:docMk/>
            <pc:sldMk cId="4294714361" sldId="256"/>
            <ac:grpSpMk id="19" creationId="{A88F201E-135E-4CAA-BB9D-BD5F67FACF83}"/>
          </ac:grpSpMkLst>
        </pc:grpChg>
        <pc:picChg chg="add mod modCrop">
          <ac:chgData name="Leandro Daniel" userId="682bb4abc622d264" providerId="LiveId" clId="{D4C3173A-70BD-4555-AC4B-1BB968DC57AF}" dt="2020-07-20T23:43:11.630" v="13" actId="26606"/>
          <ac:picMkLst>
            <pc:docMk/>
            <pc:sldMk cId="4294714361" sldId="256"/>
            <ac:picMk id="5" creationId="{C285A7DA-4766-46F5-BE94-62C027D71646}"/>
          </ac:picMkLst>
        </pc:picChg>
        <pc:picChg chg="add del mod">
          <ac:chgData name="Leandro Daniel" userId="682bb4abc622d264" providerId="LiveId" clId="{D4C3173A-70BD-4555-AC4B-1BB968DC57AF}" dt="2020-07-20T23:50:00.923" v="73" actId="478"/>
          <ac:picMkLst>
            <pc:docMk/>
            <pc:sldMk cId="4294714361" sldId="256"/>
            <ac:picMk id="12" creationId="{570E35E3-71C6-48BC-952D-15D4BF1BE99B}"/>
          </ac:picMkLst>
        </pc:picChg>
        <pc:picChg chg="add mod">
          <ac:chgData name="Leandro Daniel" userId="682bb4abc622d264" providerId="LiveId" clId="{D4C3173A-70BD-4555-AC4B-1BB968DC57AF}" dt="2020-07-20T23:50:47.235" v="80" actId="14100"/>
          <ac:picMkLst>
            <pc:docMk/>
            <pc:sldMk cId="4294714361" sldId="256"/>
            <ac:picMk id="14" creationId="{5ABB5AE7-EC84-4C53-861F-FBE9F31452F4}"/>
          </ac:picMkLst>
        </pc:picChg>
        <pc:picChg chg="add del mod ord">
          <ac:chgData name="Leandro Daniel" userId="682bb4abc622d264" providerId="LiveId" clId="{D4C3173A-70BD-4555-AC4B-1BB968DC57AF}" dt="2020-07-21T00:51:47.100" v="667" actId="478"/>
          <ac:picMkLst>
            <pc:docMk/>
            <pc:sldMk cId="4294714361" sldId="256"/>
            <ac:picMk id="16" creationId="{37144E51-9A22-4D14-98EB-7A2C02667E44}"/>
          </ac:picMkLst>
        </pc:picChg>
        <pc:picChg chg="add del mod ord">
          <ac:chgData name="Leandro Daniel" userId="682bb4abc622d264" providerId="LiveId" clId="{D4C3173A-70BD-4555-AC4B-1BB968DC57AF}" dt="2020-07-21T00:52:52.185" v="675" actId="1076"/>
          <ac:picMkLst>
            <pc:docMk/>
            <pc:sldMk cId="4294714361" sldId="256"/>
            <ac:picMk id="18" creationId="{A88F201E-135E-4CAA-BB9D-BD5F67FACF83}"/>
          </ac:picMkLst>
        </pc:picChg>
      </pc:sldChg>
      <pc:sldChg chg="addSp delSp modSp add mod">
        <pc:chgData name="Leandro Daniel" userId="682bb4abc622d264" providerId="LiveId" clId="{D4C3173A-70BD-4555-AC4B-1BB968DC57AF}" dt="2020-07-21T17:11:36.472" v="750"/>
        <pc:sldMkLst>
          <pc:docMk/>
          <pc:sldMk cId="3936499309" sldId="257"/>
        </pc:sldMkLst>
        <pc:spChg chg="mod">
          <ac:chgData name="Leandro Daniel" userId="682bb4abc622d264" providerId="LiveId" clId="{D4C3173A-70BD-4555-AC4B-1BB968DC57AF}" dt="2020-07-21T17:11:36.472" v="750"/>
          <ac:spMkLst>
            <pc:docMk/>
            <pc:sldMk cId="3936499309" sldId="257"/>
            <ac:spMk id="9" creationId="{674ED01A-017E-45F4-9C8A-D5D962A1743D}"/>
          </ac:spMkLst>
        </pc:spChg>
        <pc:picChg chg="add mod ord modCrop">
          <ac:chgData name="Leandro Daniel" userId="682bb4abc622d264" providerId="LiveId" clId="{D4C3173A-70BD-4555-AC4B-1BB968DC57AF}" dt="2020-07-21T00:55:25.195" v="690" actId="167"/>
          <ac:picMkLst>
            <pc:docMk/>
            <pc:sldMk cId="3936499309" sldId="257"/>
            <ac:picMk id="3" creationId="{4A4D2FE6-ACFE-4641-AF1A-D2E387D53AC8}"/>
          </ac:picMkLst>
        </pc:picChg>
        <pc:picChg chg="del">
          <ac:chgData name="Leandro Daniel" userId="682bb4abc622d264" providerId="LiveId" clId="{D4C3173A-70BD-4555-AC4B-1BB968DC57AF}" dt="2020-07-21T00:55:17.986" v="688" actId="478"/>
          <ac:picMkLst>
            <pc:docMk/>
            <pc:sldMk cId="3936499309" sldId="257"/>
            <ac:picMk id="5" creationId="{C285A7DA-4766-46F5-BE94-62C027D71646}"/>
          </ac:picMkLst>
        </pc:picChg>
        <pc:picChg chg="add del mod ord">
          <ac:chgData name="Leandro Daniel" userId="682bb4abc622d264" providerId="LiveId" clId="{D4C3173A-70BD-4555-AC4B-1BB968DC57AF}" dt="2020-07-21T00:55:33.347" v="691" actId="14100"/>
          <ac:picMkLst>
            <pc:docMk/>
            <pc:sldMk cId="3936499309" sldId="257"/>
            <ac:picMk id="14" creationId="{5ABB5AE7-EC84-4C53-861F-FBE9F31452F4}"/>
          </ac:picMkLst>
        </pc:picChg>
      </pc:sldChg>
      <pc:sldChg chg="delSp new del mod">
        <pc:chgData name="Leandro Daniel" userId="682bb4abc622d264" providerId="LiveId" clId="{D4C3173A-70BD-4555-AC4B-1BB968DC57AF}" dt="2020-07-21T17:16:41.659" v="754" actId="47"/>
        <pc:sldMkLst>
          <pc:docMk/>
          <pc:sldMk cId="2135449916" sldId="258"/>
        </pc:sldMkLst>
        <pc:spChg chg="del">
          <ac:chgData name="Leandro Daniel" userId="682bb4abc622d264" providerId="LiveId" clId="{D4C3173A-70BD-4555-AC4B-1BB968DC57AF}" dt="2020-07-21T17:16:36.282" v="752" actId="478"/>
          <ac:spMkLst>
            <pc:docMk/>
            <pc:sldMk cId="2135449916" sldId="258"/>
            <ac:spMk id="2" creationId="{AACE9668-EDF4-48ED-877D-27A49380B947}"/>
          </ac:spMkLst>
        </pc:spChg>
        <pc:spChg chg="del">
          <ac:chgData name="Leandro Daniel" userId="682bb4abc622d264" providerId="LiveId" clId="{D4C3173A-70BD-4555-AC4B-1BB968DC57AF}" dt="2020-07-21T17:16:36.282" v="752" actId="478"/>
          <ac:spMkLst>
            <pc:docMk/>
            <pc:sldMk cId="2135449916" sldId="258"/>
            <ac:spMk id="3" creationId="{8DF0C58F-507E-4166-9F80-38B961745E91}"/>
          </ac:spMkLst>
        </pc:spChg>
      </pc:sldChg>
      <pc:sldChg chg="addSp delSp modSp add mod ord setBg">
        <pc:chgData name="Leandro Daniel" userId="682bb4abc622d264" providerId="LiveId" clId="{D4C3173A-70BD-4555-AC4B-1BB968DC57AF}" dt="2020-07-25T02:24:39.606" v="1572" actId="21"/>
        <pc:sldMkLst>
          <pc:docMk/>
          <pc:sldMk cId="3689673589" sldId="259"/>
        </pc:sldMkLst>
        <pc:spChg chg="del mod">
          <ac:chgData name="Leandro Daniel" userId="682bb4abc622d264" providerId="LiveId" clId="{D4C3173A-70BD-4555-AC4B-1BB968DC57AF}" dt="2020-07-21T17:16:45.018" v="758" actId="478"/>
          <ac:spMkLst>
            <pc:docMk/>
            <pc:sldMk cId="3689673589" sldId="259"/>
            <ac:spMk id="6" creationId="{FBC732CB-3EF4-4B2A-9A94-5B1A39DFE784}"/>
          </ac:spMkLst>
        </pc:spChg>
        <pc:spChg chg="del">
          <ac:chgData name="Leandro Daniel" userId="682bb4abc622d264" providerId="LiveId" clId="{D4C3173A-70BD-4555-AC4B-1BB968DC57AF}" dt="2020-07-21T17:16:46.274" v="759" actId="478"/>
          <ac:spMkLst>
            <pc:docMk/>
            <pc:sldMk cId="3689673589" sldId="259"/>
            <ac:spMk id="9" creationId="{674ED01A-017E-45F4-9C8A-D5D962A1743D}"/>
          </ac:spMkLst>
        </pc:spChg>
        <pc:picChg chg="del">
          <ac:chgData name="Leandro Daniel" userId="682bb4abc622d264" providerId="LiveId" clId="{D4C3173A-70BD-4555-AC4B-1BB968DC57AF}" dt="2020-07-21T17:16:43.184" v="756" actId="478"/>
          <ac:picMkLst>
            <pc:docMk/>
            <pc:sldMk cId="3689673589" sldId="259"/>
            <ac:picMk id="3" creationId="{4A4D2FE6-ACFE-4641-AF1A-D2E387D53AC8}"/>
          </ac:picMkLst>
        </pc:picChg>
        <pc:picChg chg="add del mod">
          <ac:chgData name="Leandro Daniel" userId="682bb4abc622d264" providerId="LiveId" clId="{D4C3173A-70BD-4555-AC4B-1BB968DC57AF}" dt="2020-07-25T02:24:39.606" v="1572" actId="21"/>
          <ac:picMkLst>
            <pc:docMk/>
            <pc:sldMk cId="3689673589" sldId="259"/>
            <ac:picMk id="3" creationId="{8F371291-9146-4156-821D-43B8CD8B258A}"/>
          </ac:picMkLst>
        </pc:picChg>
        <pc:picChg chg="add mod ord">
          <ac:chgData name="Leandro Daniel" userId="682bb4abc622d264" providerId="LiveId" clId="{D4C3173A-70BD-4555-AC4B-1BB968DC57AF}" dt="2020-07-21T17:17:19.465" v="767" actId="26606"/>
          <ac:picMkLst>
            <pc:docMk/>
            <pc:sldMk cId="3689673589" sldId="259"/>
            <ac:picMk id="4" creationId="{75A1E535-2F15-41BE-A897-B14D5B6913BD}"/>
          </ac:picMkLst>
        </pc:picChg>
        <pc:picChg chg="add mod">
          <ac:chgData name="Leandro Daniel" userId="682bb4abc622d264" providerId="LiveId" clId="{D4C3173A-70BD-4555-AC4B-1BB968DC57AF}" dt="2020-07-21T17:17:19.465" v="767" actId="26606"/>
          <ac:picMkLst>
            <pc:docMk/>
            <pc:sldMk cId="3689673589" sldId="259"/>
            <ac:picMk id="7" creationId="{657FFDE0-6633-43BD-BBF9-04166D9EAF79}"/>
          </ac:picMkLst>
        </pc:picChg>
        <pc:picChg chg="add mod ord">
          <ac:chgData name="Leandro Daniel" userId="682bb4abc622d264" providerId="LiveId" clId="{D4C3173A-70BD-4555-AC4B-1BB968DC57AF}" dt="2020-07-21T17:17:19.465" v="767" actId="26606"/>
          <ac:picMkLst>
            <pc:docMk/>
            <pc:sldMk cId="3689673589" sldId="259"/>
            <ac:picMk id="10" creationId="{A4F53E15-540E-4AD7-A7A1-EB7AD19CF690}"/>
          </ac:picMkLst>
        </pc:picChg>
        <pc:picChg chg="add mod ord">
          <ac:chgData name="Leandro Daniel" userId="682bb4abc622d264" providerId="LiveId" clId="{D4C3173A-70BD-4555-AC4B-1BB968DC57AF}" dt="2020-07-21T17:17:19.465" v="767" actId="26606"/>
          <ac:picMkLst>
            <pc:docMk/>
            <pc:sldMk cId="3689673589" sldId="259"/>
            <ac:picMk id="12" creationId="{05300995-4C70-4F8E-9A7B-B04B638F2368}"/>
          </ac:picMkLst>
        </pc:picChg>
        <pc:picChg chg="del">
          <ac:chgData name="Leandro Daniel" userId="682bb4abc622d264" providerId="LiveId" clId="{D4C3173A-70BD-4555-AC4B-1BB968DC57AF}" dt="2020-07-21T17:16:42.588" v="755" actId="478"/>
          <ac:picMkLst>
            <pc:docMk/>
            <pc:sldMk cId="3689673589" sldId="259"/>
            <ac:picMk id="14" creationId="{5ABB5AE7-EC84-4C53-861F-FBE9F31452F4}"/>
          </ac:picMkLst>
        </pc:picChg>
        <pc:picChg chg="add mod">
          <ac:chgData name="Leandro Daniel" userId="682bb4abc622d264" providerId="LiveId" clId="{D4C3173A-70BD-4555-AC4B-1BB968DC57AF}" dt="2020-07-21T17:17:19.465" v="767" actId="26606"/>
          <ac:picMkLst>
            <pc:docMk/>
            <pc:sldMk cId="3689673589" sldId="259"/>
            <ac:picMk id="15" creationId="{9F0D7E0C-A711-4965-9880-26C5C24BB026}"/>
          </ac:picMkLst>
        </pc:picChg>
        <pc:picChg chg="del">
          <ac:chgData name="Leandro Daniel" userId="682bb4abc622d264" providerId="LiveId" clId="{D4C3173A-70BD-4555-AC4B-1BB968DC57AF}" dt="2020-07-21T17:16:47.938" v="760" actId="478"/>
          <ac:picMkLst>
            <pc:docMk/>
            <pc:sldMk cId="3689673589" sldId="259"/>
            <ac:picMk id="18" creationId="{A88F201E-135E-4CAA-BB9D-BD5F67FACF83}"/>
          </ac:picMkLst>
        </pc:picChg>
      </pc:sldChg>
      <pc:sldChg chg="addSp delSp modSp add mod setBg modClrScheme chgLayout">
        <pc:chgData name="Leandro Daniel" userId="682bb4abc622d264" providerId="LiveId" clId="{D4C3173A-70BD-4555-AC4B-1BB968DC57AF}" dt="2020-07-25T02:47:25.914" v="2647" actId="2085"/>
        <pc:sldMkLst>
          <pc:docMk/>
          <pc:sldMk cId="989927441" sldId="260"/>
        </pc:sldMkLst>
        <pc:spChg chg="add mod ord">
          <ac:chgData name="Leandro Daniel" userId="682bb4abc622d264" providerId="LiveId" clId="{D4C3173A-70BD-4555-AC4B-1BB968DC57AF}" dt="2020-07-23T21:34:42.556" v="1521" actId="14100"/>
          <ac:spMkLst>
            <pc:docMk/>
            <pc:sldMk cId="989927441" sldId="260"/>
            <ac:spMk id="2" creationId="{CE449529-106A-4730-8584-0ACBA2299E4D}"/>
          </ac:spMkLst>
        </pc:spChg>
        <pc:spChg chg="add mod ord">
          <ac:chgData name="Leandro Daniel" userId="682bb4abc622d264" providerId="LiveId" clId="{D4C3173A-70BD-4555-AC4B-1BB968DC57AF}" dt="2020-07-25T02:47:25.914" v="2647" actId="2085"/>
          <ac:spMkLst>
            <pc:docMk/>
            <pc:sldMk cId="989927441" sldId="260"/>
            <ac:spMk id="3" creationId="{AFB0183B-46A0-4686-BFEF-64666C6649AA}"/>
          </ac:spMkLst>
        </pc:spChg>
        <pc:spChg chg="del">
          <ac:chgData name="Leandro Daniel" userId="682bb4abc622d264" providerId="LiveId" clId="{D4C3173A-70BD-4555-AC4B-1BB968DC57AF}" dt="2020-07-23T21:09:57.737" v="796" actId="478"/>
          <ac:spMkLst>
            <pc:docMk/>
            <pc:sldMk cId="989927441" sldId="260"/>
            <ac:spMk id="6" creationId="{FBC732CB-3EF4-4B2A-9A94-5B1A39DFE784}"/>
          </ac:spMkLst>
        </pc:spChg>
        <pc:spChg chg="del">
          <ac:chgData name="Leandro Daniel" userId="682bb4abc622d264" providerId="LiveId" clId="{D4C3173A-70BD-4555-AC4B-1BB968DC57AF}" dt="2020-07-23T21:09:58.781" v="797" actId="478"/>
          <ac:spMkLst>
            <pc:docMk/>
            <pc:sldMk cId="989927441" sldId="260"/>
            <ac:spMk id="9" creationId="{674ED01A-017E-45F4-9C8A-D5D962A1743D}"/>
          </ac:spMkLst>
        </pc:spChg>
        <pc:spChg chg="add del mod">
          <ac:chgData name="Leandro Daniel" userId="682bb4abc622d264" providerId="LiveId" clId="{D4C3173A-70BD-4555-AC4B-1BB968DC57AF}" dt="2020-07-23T21:28:36.592" v="1393" actId="478"/>
          <ac:spMkLst>
            <pc:docMk/>
            <pc:sldMk cId="989927441" sldId="260"/>
            <ac:spMk id="38" creationId="{14FD35A9-7021-4A42-AFD4-072B04E3EA67}"/>
          </ac:spMkLst>
        </pc:spChg>
        <pc:spChg chg="add mod">
          <ac:chgData name="Leandro Daniel" userId="682bb4abc622d264" providerId="LiveId" clId="{D4C3173A-70BD-4555-AC4B-1BB968DC57AF}" dt="2020-07-23T21:34:57.816" v="1537" actId="1038"/>
          <ac:spMkLst>
            <pc:docMk/>
            <pc:sldMk cId="989927441" sldId="260"/>
            <ac:spMk id="39" creationId="{5A22F49F-AC4E-4893-9FE9-EE0CDA3E4096}"/>
          </ac:spMkLst>
        </pc:spChg>
        <pc:spChg chg="add mod">
          <ac:chgData name="Leandro Daniel" userId="682bb4abc622d264" providerId="LiveId" clId="{D4C3173A-70BD-4555-AC4B-1BB968DC57AF}" dt="2020-07-23T21:35:45.077" v="1547" actId="1076"/>
          <ac:spMkLst>
            <pc:docMk/>
            <pc:sldMk cId="989927441" sldId="260"/>
            <ac:spMk id="45" creationId="{52979F10-168A-44F9-9700-633B84F994EA}"/>
          </ac:spMkLst>
        </pc:spChg>
        <pc:spChg chg="add mod">
          <ac:chgData name="Leandro Daniel" userId="682bb4abc622d264" providerId="LiveId" clId="{D4C3173A-70BD-4555-AC4B-1BB968DC57AF}" dt="2020-07-23T21:36:34.523" v="1554" actId="2085"/>
          <ac:spMkLst>
            <pc:docMk/>
            <pc:sldMk cId="989927441" sldId="260"/>
            <ac:spMk id="46" creationId="{C6B5AD02-EA7F-45CF-B190-B0306688C0AD}"/>
          </ac:spMkLst>
        </pc:spChg>
        <pc:spChg chg="add mod">
          <ac:chgData name="Leandro Daniel" userId="682bb4abc622d264" providerId="LiveId" clId="{D4C3173A-70BD-4555-AC4B-1BB968DC57AF}" dt="2020-07-25T02:39:34.945" v="2555" actId="1076"/>
          <ac:spMkLst>
            <pc:docMk/>
            <pc:sldMk cId="989927441" sldId="260"/>
            <ac:spMk id="48" creationId="{CFB96E77-2D82-4BFB-A5A8-04AFD358D6D4}"/>
          </ac:spMkLst>
        </pc:spChg>
        <pc:spChg chg="add mod">
          <ac:chgData name="Leandro Daniel" userId="682bb4abc622d264" providerId="LiveId" clId="{D4C3173A-70BD-4555-AC4B-1BB968DC57AF}" dt="2020-07-23T21:36:48.522" v="1558" actId="1076"/>
          <ac:spMkLst>
            <pc:docMk/>
            <pc:sldMk cId="989927441" sldId="260"/>
            <ac:spMk id="50" creationId="{066B0592-C96D-44DA-AB72-405AC93EC51E}"/>
          </ac:spMkLst>
        </pc:spChg>
        <pc:spChg chg="add mod">
          <ac:chgData name="Leandro Daniel" userId="682bb4abc622d264" providerId="LiveId" clId="{D4C3173A-70BD-4555-AC4B-1BB968DC57AF}" dt="2020-07-23T21:36:51.716" v="1560" actId="1076"/>
          <ac:spMkLst>
            <pc:docMk/>
            <pc:sldMk cId="989927441" sldId="260"/>
            <ac:spMk id="52" creationId="{87C70279-F938-4065-92B8-C51B1AE0787F}"/>
          </ac:spMkLst>
        </pc:spChg>
        <pc:grpChg chg="add mod">
          <ac:chgData name="Leandro Daniel" userId="682bb4abc622d264" providerId="LiveId" clId="{D4C3173A-70BD-4555-AC4B-1BB968DC57AF}" dt="2020-07-23T21:34:19.732" v="1510" actId="1035"/>
          <ac:grpSpMkLst>
            <pc:docMk/>
            <pc:sldMk cId="989927441" sldId="260"/>
            <ac:grpSpMk id="34" creationId="{305DAFF8-5C98-4C99-8A85-7AF742AC439A}"/>
          </ac:grpSpMkLst>
        </pc:grpChg>
        <pc:grpChg chg="add mod">
          <ac:chgData name="Leandro Daniel" userId="682bb4abc622d264" providerId="LiveId" clId="{D4C3173A-70BD-4555-AC4B-1BB968DC57AF}" dt="2020-07-23T21:34:19.732" v="1510" actId="1035"/>
          <ac:grpSpMkLst>
            <pc:docMk/>
            <pc:sldMk cId="989927441" sldId="260"/>
            <ac:grpSpMk id="35" creationId="{08202831-013B-41B0-BD5D-B8F07D2A6425}"/>
          </ac:grpSpMkLst>
        </pc:grpChg>
        <pc:grpChg chg="add mod">
          <ac:chgData name="Leandro Daniel" userId="682bb4abc622d264" providerId="LiveId" clId="{D4C3173A-70BD-4555-AC4B-1BB968DC57AF}" dt="2020-07-23T21:34:19.732" v="1510" actId="1035"/>
          <ac:grpSpMkLst>
            <pc:docMk/>
            <pc:sldMk cId="989927441" sldId="260"/>
            <ac:grpSpMk id="36" creationId="{96896EBB-5140-46AD-A631-02D0C795E13B}"/>
          </ac:grpSpMkLst>
        </pc:grpChg>
        <pc:grpChg chg="add mod">
          <ac:chgData name="Leandro Daniel" userId="682bb4abc622d264" providerId="LiveId" clId="{D4C3173A-70BD-4555-AC4B-1BB968DC57AF}" dt="2020-07-23T21:34:21.964" v="1516" actId="1037"/>
          <ac:grpSpMkLst>
            <pc:docMk/>
            <pc:sldMk cId="989927441" sldId="260"/>
            <ac:grpSpMk id="37" creationId="{0CD96F5F-319A-4EFA-A6A4-810CB17AC533}"/>
          </ac:grpSpMkLst>
        </pc:grpChg>
        <pc:picChg chg="del">
          <ac:chgData name="Leandro Daniel" userId="682bb4abc622d264" providerId="LiveId" clId="{D4C3173A-70BD-4555-AC4B-1BB968DC57AF}" dt="2020-07-23T21:09:55.753" v="795" actId="478"/>
          <ac:picMkLst>
            <pc:docMk/>
            <pc:sldMk cId="989927441" sldId="260"/>
            <ac:picMk id="3" creationId="{4A4D2FE6-ACFE-4641-AF1A-D2E387D53AC8}"/>
          </ac:picMkLst>
        </pc:picChg>
        <pc:picChg chg="add mod modCrop">
          <ac:chgData name="Leandro Daniel" userId="682bb4abc622d264" providerId="LiveId" clId="{D4C3173A-70BD-4555-AC4B-1BB968DC57AF}" dt="2020-07-23T21:29:45.597" v="1404" actId="732"/>
          <ac:picMkLst>
            <pc:docMk/>
            <pc:sldMk cId="989927441" sldId="260"/>
            <ac:picMk id="5" creationId="{3166E0BA-06A2-48E3-9969-6499644500C9}"/>
          </ac:picMkLst>
        </pc:picChg>
        <pc:picChg chg="add mod modCrop">
          <ac:chgData name="Leandro Daniel" userId="682bb4abc622d264" providerId="LiveId" clId="{D4C3173A-70BD-4555-AC4B-1BB968DC57AF}" dt="2020-07-23T21:30:33.268" v="1411" actId="732"/>
          <ac:picMkLst>
            <pc:docMk/>
            <pc:sldMk cId="989927441" sldId="260"/>
            <ac:picMk id="8" creationId="{460C1470-2E63-451B-A2AF-A91CD7BE13EF}"/>
          </ac:picMkLst>
        </pc:picChg>
        <pc:picChg chg="add mod modCrop">
          <ac:chgData name="Leandro Daniel" userId="682bb4abc622d264" providerId="LiveId" clId="{D4C3173A-70BD-4555-AC4B-1BB968DC57AF}" dt="2020-07-23T21:29:16.166" v="1396" actId="732"/>
          <ac:picMkLst>
            <pc:docMk/>
            <pc:sldMk cId="989927441" sldId="260"/>
            <ac:picMk id="11" creationId="{35893FD7-3038-493D-BD84-9F14B533A454}"/>
          </ac:picMkLst>
        </pc:picChg>
        <pc:picChg chg="add mod modCrop">
          <ac:chgData name="Leandro Daniel" userId="682bb4abc622d264" providerId="LiveId" clId="{D4C3173A-70BD-4555-AC4B-1BB968DC57AF}" dt="2020-07-23T21:30:42.402" v="1413" actId="732"/>
          <ac:picMkLst>
            <pc:docMk/>
            <pc:sldMk cId="989927441" sldId="260"/>
            <ac:picMk id="13" creationId="{F8EB221F-580A-4D8A-BB34-E3A883069A28}"/>
          </ac:picMkLst>
        </pc:picChg>
        <pc:picChg chg="del">
          <ac:chgData name="Leandro Daniel" userId="682bb4abc622d264" providerId="LiveId" clId="{D4C3173A-70BD-4555-AC4B-1BB968DC57AF}" dt="2020-07-23T21:09:55.069" v="794" actId="478"/>
          <ac:picMkLst>
            <pc:docMk/>
            <pc:sldMk cId="989927441" sldId="260"/>
            <ac:picMk id="14" creationId="{5ABB5AE7-EC84-4C53-861F-FBE9F31452F4}"/>
          </ac:picMkLst>
        </pc:picChg>
        <pc:picChg chg="add del mod">
          <ac:chgData name="Leandro Daniel" userId="682bb4abc622d264" providerId="LiveId" clId="{D4C3173A-70BD-4555-AC4B-1BB968DC57AF}" dt="2020-07-23T21:21:11.167" v="872" actId="478"/>
          <ac:picMkLst>
            <pc:docMk/>
            <pc:sldMk cId="989927441" sldId="260"/>
            <ac:picMk id="16" creationId="{E4D6C478-4D0A-49B5-BF8E-29141929A71F}"/>
          </ac:picMkLst>
        </pc:picChg>
        <pc:picChg chg="del">
          <ac:chgData name="Leandro Daniel" userId="682bb4abc622d264" providerId="LiveId" clId="{D4C3173A-70BD-4555-AC4B-1BB968DC57AF}" dt="2020-07-23T21:10:01.391" v="798" actId="478"/>
          <ac:picMkLst>
            <pc:docMk/>
            <pc:sldMk cId="989927441" sldId="260"/>
            <ac:picMk id="18" creationId="{A88F201E-135E-4CAA-BB9D-BD5F67FACF83}"/>
          </ac:picMkLst>
        </pc:picChg>
        <pc:picChg chg="add del mod">
          <ac:chgData name="Leandro Daniel" userId="682bb4abc622d264" providerId="LiveId" clId="{D4C3173A-70BD-4555-AC4B-1BB968DC57AF}" dt="2020-07-23T21:21:01.827" v="868" actId="478"/>
          <ac:picMkLst>
            <pc:docMk/>
            <pc:sldMk cId="989927441" sldId="260"/>
            <ac:picMk id="19" creationId="{D159D7EA-4022-423B-BDA1-033EF7C91CD9}"/>
          </ac:picMkLst>
        </pc:picChg>
        <pc:picChg chg="add del mod">
          <ac:chgData name="Leandro Daniel" userId="682bb4abc622d264" providerId="LiveId" clId="{D4C3173A-70BD-4555-AC4B-1BB968DC57AF}" dt="2020-07-23T21:21:01.134" v="867" actId="478"/>
          <ac:picMkLst>
            <pc:docMk/>
            <pc:sldMk cId="989927441" sldId="260"/>
            <ac:picMk id="21" creationId="{7002A4C9-AA59-458C-AFD0-4900355FD53B}"/>
          </ac:picMkLst>
        </pc:picChg>
        <pc:picChg chg="add del mod">
          <ac:chgData name="Leandro Daniel" userId="682bb4abc622d264" providerId="LiveId" clId="{D4C3173A-70BD-4555-AC4B-1BB968DC57AF}" dt="2020-07-23T21:21:03.266" v="869" actId="478"/>
          <ac:picMkLst>
            <pc:docMk/>
            <pc:sldMk cId="989927441" sldId="260"/>
            <ac:picMk id="23" creationId="{C87BA7CC-4F7C-49E0-8FA1-EA619C19829B}"/>
          </ac:picMkLst>
        </pc:picChg>
        <pc:picChg chg="add del mod">
          <ac:chgData name="Leandro Daniel" userId="682bb4abc622d264" providerId="LiveId" clId="{D4C3173A-70BD-4555-AC4B-1BB968DC57AF}" dt="2020-07-23T21:12:54.168" v="852" actId="478"/>
          <ac:picMkLst>
            <pc:docMk/>
            <pc:sldMk cId="989927441" sldId="260"/>
            <ac:picMk id="25" creationId="{BC59A6DA-420C-4FC8-B4D6-15E9DFAAA1B7}"/>
          </ac:picMkLst>
        </pc:picChg>
        <pc:picChg chg="add mod modCrop">
          <ac:chgData name="Leandro Daniel" userId="682bb4abc622d264" providerId="LiveId" clId="{D4C3173A-70BD-4555-AC4B-1BB968DC57AF}" dt="2020-07-23T21:24:41.755" v="906" actId="164"/>
          <ac:picMkLst>
            <pc:docMk/>
            <pc:sldMk cId="989927441" sldId="260"/>
            <ac:picMk id="27" creationId="{F5D047EF-2025-47CA-880B-8B47DA4B2E28}"/>
          </ac:picMkLst>
        </pc:picChg>
        <pc:picChg chg="add mod modCrop">
          <ac:chgData name="Leandro Daniel" userId="682bb4abc622d264" providerId="LiveId" clId="{D4C3173A-70BD-4555-AC4B-1BB968DC57AF}" dt="2020-07-23T21:24:45.299" v="907" actId="164"/>
          <ac:picMkLst>
            <pc:docMk/>
            <pc:sldMk cId="989927441" sldId="260"/>
            <ac:picMk id="29" creationId="{FF64A7A2-A8AC-4B50-8AF6-C7CF309788CC}"/>
          </ac:picMkLst>
        </pc:picChg>
        <pc:picChg chg="add mod modCrop">
          <ac:chgData name="Leandro Daniel" userId="682bb4abc622d264" providerId="LiveId" clId="{D4C3173A-70BD-4555-AC4B-1BB968DC57AF}" dt="2020-07-23T21:24:49.311" v="908" actId="164"/>
          <ac:picMkLst>
            <pc:docMk/>
            <pc:sldMk cId="989927441" sldId="260"/>
            <ac:picMk id="31" creationId="{373AA0DE-5FDF-4710-BC25-61AB94D41FEB}"/>
          </ac:picMkLst>
        </pc:picChg>
        <pc:picChg chg="add mod modCrop">
          <ac:chgData name="Leandro Daniel" userId="682bb4abc622d264" providerId="LiveId" clId="{D4C3173A-70BD-4555-AC4B-1BB968DC57AF}" dt="2020-07-23T21:24:53.135" v="909" actId="164"/>
          <ac:picMkLst>
            <pc:docMk/>
            <pc:sldMk cId="989927441" sldId="260"/>
            <ac:picMk id="33" creationId="{F377ED27-3BA2-4B92-A07E-437A40F0BA57}"/>
          </ac:picMkLst>
        </pc:picChg>
        <pc:picChg chg="add mod ord modCrop">
          <ac:chgData name="Leandro Daniel" userId="682bb4abc622d264" providerId="LiveId" clId="{D4C3173A-70BD-4555-AC4B-1BB968DC57AF}" dt="2020-07-23T21:35:31.473" v="1541" actId="732"/>
          <ac:picMkLst>
            <pc:docMk/>
            <pc:sldMk cId="989927441" sldId="260"/>
            <ac:picMk id="41" creationId="{6D3D5D8B-BFC8-413E-B9EB-188F5F48FE28}"/>
          </ac:picMkLst>
        </pc:picChg>
        <pc:picChg chg="add del mod ord">
          <ac:chgData name="Leandro Daniel" userId="682bb4abc622d264" providerId="LiveId" clId="{D4C3173A-70BD-4555-AC4B-1BB968DC57AF}" dt="2020-07-23T21:34:52.612" v="1522" actId="478"/>
          <ac:picMkLst>
            <pc:docMk/>
            <pc:sldMk cId="989927441" sldId="260"/>
            <ac:picMk id="43" creationId="{45584A5E-94DD-450A-900B-6DF589C2515F}"/>
          </ac:picMkLst>
        </pc:picChg>
      </pc:sldChg>
      <pc:sldChg chg="addSp delSp modSp add del mod">
        <pc:chgData name="Leandro Daniel" userId="682bb4abc622d264" providerId="LiveId" clId="{D4C3173A-70BD-4555-AC4B-1BB968DC57AF}" dt="2020-07-21T17:19:05.632" v="790" actId="47"/>
        <pc:sldMkLst>
          <pc:docMk/>
          <pc:sldMk cId="3004632709" sldId="260"/>
        </pc:sldMkLst>
        <pc:picChg chg="add mod ord">
          <ac:chgData name="Leandro Daniel" userId="682bb4abc622d264" providerId="LiveId" clId="{D4C3173A-70BD-4555-AC4B-1BB968DC57AF}" dt="2020-07-21T17:18:14.761" v="785" actId="26606"/>
          <ac:picMkLst>
            <pc:docMk/>
            <pc:sldMk cId="3004632709" sldId="260"/>
            <ac:picMk id="3" creationId="{69BE5884-A7FA-4F14-89E1-1B85135D30F8}"/>
          </ac:picMkLst>
        </pc:picChg>
        <pc:picChg chg="del">
          <ac:chgData name="Leandro Daniel" userId="682bb4abc622d264" providerId="LiveId" clId="{D4C3173A-70BD-4555-AC4B-1BB968DC57AF}" dt="2020-07-21T17:17:51.318" v="769" actId="478"/>
          <ac:picMkLst>
            <pc:docMk/>
            <pc:sldMk cId="3004632709" sldId="260"/>
            <ac:picMk id="4" creationId="{75A1E535-2F15-41BE-A897-B14D5B6913BD}"/>
          </ac:picMkLst>
        </pc:picChg>
        <pc:picChg chg="add mod ord">
          <ac:chgData name="Leandro Daniel" userId="682bb4abc622d264" providerId="LiveId" clId="{D4C3173A-70BD-4555-AC4B-1BB968DC57AF}" dt="2020-07-21T17:18:14.761" v="785" actId="26606"/>
          <ac:picMkLst>
            <pc:docMk/>
            <pc:sldMk cId="3004632709" sldId="260"/>
            <ac:picMk id="6" creationId="{1D4F3276-B1EF-4A13-9F05-4E61DB1DF611}"/>
          </ac:picMkLst>
        </pc:picChg>
        <pc:picChg chg="del">
          <ac:chgData name="Leandro Daniel" userId="682bb4abc622d264" providerId="LiveId" clId="{D4C3173A-70BD-4555-AC4B-1BB968DC57AF}" dt="2020-07-21T17:17:53.083" v="772" actId="478"/>
          <ac:picMkLst>
            <pc:docMk/>
            <pc:sldMk cId="3004632709" sldId="260"/>
            <ac:picMk id="7" creationId="{657FFDE0-6633-43BD-BBF9-04166D9EAF79}"/>
          </ac:picMkLst>
        </pc:picChg>
        <pc:picChg chg="add mod ord">
          <ac:chgData name="Leandro Daniel" userId="682bb4abc622d264" providerId="LiveId" clId="{D4C3173A-70BD-4555-AC4B-1BB968DC57AF}" dt="2020-07-21T17:18:14.761" v="785" actId="26606"/>
          <ac:picMkLst>
            <pc:docMk/>
            <pc:sldMk cId="3004632709" sldId="260"/>
            <ac:picMk id="9" creationId="{23B9E301-12F2-441B-8F78-BB06F8641956}"/>
          </ac:picMkLst>
        </pc:picChg>
        <pc:picChg chg="del">
          <ac:chgData name="Leandro Daniel" userId="682bb4abc622d264" providerId="LiveId" clId="{D4C3173A-70BD-4555-AC4B-1BB968DC57AF}" dt="2020-07-21T17:17:52.587" v="771" actId="478"/>
          <ac:picMkLst>
            <pc:docMk/>
            <pc:sldMk cId="3004632709" sldId="260"/>
            <ac:picMk id="10" creationId="{A4F53E15-540E-4AD7-A7A1-EB7AD19CF690}"/>
          </ac:picMkLst>
        </pc:picChg>
        <pc:picChg chg="del">
          <ac:chgData name="Leandro Daniel" userId="682bb4abc622d264" providerId="LiveId" clId="{D4C3173A-70BD-4555-AC4B-1BB968DC57AF}" dt="2020-07-21T17:17:52.065" v="770" actId="478"/>
          <ac:picMkLst>
            <pc:docMk/>
            <pc:sldMk cId="3004632709" sldId="260"/>
            <ac:picMk id="12" creationId="{05300995-4C70-4F8E-9A7B-B04B638F2368}"/>
          </ac:picMkLst>
        </pc:picChg>
        <pc:picChg chg="add mod">
          <ac:chgData name="Leandro Daniel" userId="682bb4abc622d264" providerId="LiveId" clId="{D4C3173A-70BD-4555-AC4B-1BB968DC57AF}" dt="2020-07-21T17:18:36.351" v="789" actId="14100"/>
          <ac:picMkLst>
            <pc:docMk/>
            <pc:sldMk cId="3004632709" sldId="260"/>
            <ac:picMk id="13" creationId="{A7D7C1CC-4A50-4332-BB12-20596A7145E8}"/>
          </ac:picMkLst>
        </pc:picChg>
        <pc:picChg chg="del">
          <ac:chgData name="Leandro Daniel" userId="682bb4abc622d264" providerId="LiveId" clId="{D4C3173A-70BD-4555-AC4B-1BB968DC57AF}" dt="2020-07-21T17:17:53.605" v="773" actId="478"/>
          <ac:picMkLst>
            <pc:docMk/>
            <pc:sldMk cId="3004632709" sldId="260"/>
            <ac:picMk id="15" creationId="{9F0D7E0C-A711-4965-9880-26C5C24BB026}"/>
          </ac:picMkLst>
        </pc:picChg>
        <pc:picChg chg="add mod">
          <ac:chgData name="Leandro Daniel" userId="682bb4abc622d264" providerId="LiveId" clId="{D4C3173A-70BD-4555-AC4B-1BB968DC57AF}" dt="2020-07-21T17:18:14.761" v="785" actId="26606"/>
          <ac:picMkLst>
            <pc:docMk/>
            <pc:sldMk cId="3004632709" sldId="260"/>
            <ac:picMk id="16" creationId="{DCB9677D-482A-4D8B-9DDD-D3F2EB375E77}"/>
          </ac:picMkLst>
        </pc:picChg>
      </pc:sldChg>
      <pc:sldChg chg="addSp delSp modSp add mod">
        <pc:chgData name="Leandro Daniel" userId="682bb4abc622d264" providerId="LiveId" clId="{D4C3173A-70BD-4555-AC4B-1BB968DC57AF}" dt="2020-07-25T02:34:48.333" v="2553" actId="20577"/>
        <pc:sldMkLst>
          <pc:docMk/>
          <pc:sldMk cId="2276160537" sldId="261"/>
        </pc:sldMkLst>
        <pc:spChg chg="mod">
          <ac:chgData name="Leandro Daniel" userId="682bb4abc622d264" providerId="LiveId" clId="{D4C3173A-70BD-4555-AC4B-1BB968DC57AF}" dt="2020-07-25T02:34:48.333" v="2553" actId="20577"/>
          <ac:spMkLst>
            <pc:docMk/>
            <pc:sldMk cId="2276160537" sldId="261"/>
            <ac:spMk id="9" creationId="{674ED01A-017E-45F4-9C8A-D5D962A1743D}"/>
          </ac:spMkLst>
        </pc:spChg>
        <pc:picChg chg="add mod ord modCrop">
          <ac:chgData name="Leandro Daniel" userId="682bb4abc622d264" providerId="LiveId" clId="{D4C3173A-70BD-4555-AC4B-1BB968DC57AF}" dt="2020-07-25T02:25:46.935" v="1580" actId="732"/>
          <ac:picMkLst>
            <pc:docMk/>
            <pc:sldMk cId="2276160537" sldId="261"/>
            <ac:picMk id="2" creationId="{2ECB50B5-603C-487F-9B59-90FD0B880EEF}"/>
          </ac:picMkLst>
        </pc:picChg>
        <pc:picChg chg="del">
          <ac:chgData name="Leandro Daniel" userId="682bb4abc622d264" providerId="LiveId" clId="{D4C3173A-70BD-4555-AC4B-1BB968DC57AF}" dt="2020-07-24T05:21:33.705" v="1563" actId="478"/>
          <ac:picMkLst>
            <pc:docMk/>
            <pc:sldMk cId="2276160537" sldId="261"/>
            <ac:picMk id="3" creationId="{4A4D2FE6-ACFE-4641-AF1A-D2E387D53AC8}"/>
          </ac:picMkLst>
        </pc:picChg>
        <pc:picChg chg="add mod modCrop">
          <ac:chgData name="Leandro Daniel" userId="682bb4abc622d264" providerId="LiveId" clId="{D4C3173A-70BD-4555-AC4B-1BB968DC57AF}" dt="2020-07-25T02:26:58.690" v="1587" actId="1076"/>
          <ac:picMkLst>
            <pc:docMk/>
            <pc:sldMk cId="2276160537" sldId="261"/>
            <ac:picMk id="4" creationId="{A05D253F-33BA-46F5-8F6B-37D4B8F08301}"/>
          </ac:picMkLst>
        </pc:picChg>
        <pc:picChg chg="ord">
          <ac:chgData name="Leandro Daniel" userId="682bb4abc622d264" providerId="LiveId" clId="{D4C3173A-70BD-4555-AC4B-1BB968DC57AF}" dt="2020-07-24T05:21:32.953" v="1562" actId="167"/>
          <ac:picMkLst>
            <pc:docMk/>
            <pc:sldMk cId="2276160537" sldId="261"/>
            <ac:picMk id="14" creationId="{5ABB5AE7-EC84-4C53-861F-FBE9F31452F4}"/>
          </ac:picMkLst>
        </pc:picChg>
      </pc:sldChg>
      <pc:sldChg chg="addSp delSp modSp new mod setBg">
        <pc:chgData name="Leandro Daniel" userId="682bb4abc622d264" providerId="LiveId" clId="{D4C3173A-70BD-4555-AC4B-1BB968DC57AF}" dt="2020-07-25T02:44:59.315" v="2640" actId="14838"/>
        <pc:sldMkLst>
          <pc:docMk/>
          <pc:sldMk cId="2459473165" sldId="262"/>
        </pc:sldMkLst>
        <pc:spChg chg="del">
          <ac:chgData name="Leandro Daniel" userId="682bb4abc622d264" providerId="LiveId" clId="{D4C3173A-70BD-4555-AC4B-1BB968DC57AF}" dt="2020-07-25T02:39:45.621" v="2557" actId="478"/>
          <ac:spMkLst>
            <pc:docMk/>
            <pc:sldMk cId="2459473165" sldId="262"/>
            <ac:spMk id="2" creationId="{4A9FED8E-E2EF-4830-8CD8-7241EE9B7CBF}"/>
          </ac:spMkLst>
        </pc:spChg>
        <pc:spChg chg="del">
          <ac:chgData name="Leandro Daniel" userId="682bb4abc622d264" providerId="LiveId" clId="{D4C3173A-70BD-4555-AC4B-1BB968DC57AF}" dt="2020-07-25T02:39:45.621" v="2557" actId="478"/>
          <ac:spMkLst>
            <pc:docMk/>
            <pc:sldMk cId="2459473165" sldId="262"/>
            <ac:spMk id="3" creationId="{75400C87-4A65-4583-833F-1BDC59103565}"/>
          </ac:spMkLst>
        </pc:spChg>
        <pc:spChg chg="add del mod">
          <ac:chgData name="Leandro Daniel" userId="682bb4abc622d264" providerId="LiveId" clId="{D4C3173A-70BD-4555-AC4B-1BB968DC57AF}" dt="2020-07-25T02:39:49.061" v="2559" actId="478"/>
          <ac:spMkLst>
            <pc:docMk/>
            <pc:sldMk cId="2459473165" sldId="262"/>
            <ac:spMk id="16" creationId="{2B8B6917-F570-4882-80DA-366DB706CDB3}"/>
          </ac:spMkLst>
        </pc:spChg>
        <pc:spChg chg="add del mod">
          <ac:chgData name="Leandro Daniel" userId="682bb4abc622d264" providerId="LiveId" clId="{D4C3173A-70BD-4555-AC4B-1BB968DC57AF}" dt="2020-07-25T02:39:49.622" v="2560" actId="478"/>
          <ac:spMkLst>
            <pc:docMk/>
            <pc:sldMk cId="2459473165" sldId="262"/>
            <ac:spMk id="17" creationId="{D3F0F4BC-4A85-43B0-A7F3-4684875536C3}"/>
          </ac:spMkLst>
        </pc:spChg>
        <pc:spChg chg="add del mod">
          <ac:chgData name="Leandro Daniel" userId="682bb4abc622d264" providerId="LiveId" clId="{D4C3173A-70BD-4555-AC4B-1BB968DC57AF}" dt="2020-07-25T02:39:50.186" v="2561" actId="478"/>
          <ac:spMkLst>
            <pc:docMk/>
            <pc:sldMk cId="2459473165" sldId="262"/>
            <ac:spMk id="18" creationId="{C38C7642-0823-4A2E-93AE-29AE29824189}"/>
          </ac:spMkLst>
        </pc:spChg>
        <pc:spChg chg="add del mod">
          <ac:chgData name="Leandro Daniel" userId="682bb4abc622d264" providerId="LiveId" clId="{D4C3173A-70BD-4555-AC4B-1BB968DC57AF}" dt="2020-07-25T02:39:51.640" v="2562" actId="478"/>
          <ac:spMkLst>
            <pc:docMk/>
            <pc:sldMk cId="2459473165" sldId="262"/>
            <ac:spMk id="19" creationId="{4010E913-8CF7-4C8C-B132-7124ECE41414}"/>
          </ac:spMkLst>
        </pc:spChg>
        <pc:spChg chg="add mod">
          <ac:chgData name="Leandro Daniel" userId="682bb4abc622d264" providerId="LiveId" clId="{D4C3173A-70BD-4555-AC4B-1BB968DC57AF}" dt="2020-07-25T02:44:59.315" v="2640" actId="14838"/>
          <ac:spMkLst>
            <pc:docMk/>
            <pc:sldMk cId="2459473165" sldId="262"/>
            <ac:spMk id="32" creationId="{D5B5A759-1B29-40D0-9453-2EE62820423B}"/>
          </ac:spMkLst>
        </pc:spChg>
        <pc:grpChg chg="add del mod">
          <ac:chgData name="Leandro Daniel" userId="682bb4abc622d264" providerId="LiveId" clId="{D4C3173A-70BD-4555-AC4B-1BB968DC57AF}" dt="2020-07-25T02:39:55.534" v="2564" actId="21"/>
          <ac:grpSpMkLst>
            <pc:docMk/>
            <pc:sldMk cId="2459473165" sldId="262"/>
            <ac:grpSpMk id="4" creationId="{4AC0C832-E6CC-435A-8EE7-E88C6735EB34}"/>
          </ac:grpSpMkLst>
        </pc:grpChg>
        <pc:grpChg chg="add del mod">
          <ac:chgData name="Leandro Daniel" userId="682bb4abc622d264" providerId="LiveId" clId="{D4C3173A-70BD-4555-AC4B-1BB968DC57AF}" dt="2020-07-25T02:39:55.534" v="2564" actId="21"/>
          <ac:grpSpMkLst>
            <pc:docMk/>
            <pc:sldMk cId="2459473165" sldId="262"/>
            <ac:grpSpMk id="7" creationId="{EA1D5FCA-5F66-40D4-BA5D-4C5414591839}"/>
          </ac:grpSpMkLst>
        </pc:grpChg>
        <pc:grpChg chg="add del mod">
          <ac:chgData name="Leandro Daniel" userId="682bb4abc622d264" providerId="LiveId" clId="{D4C3173A-70BD-4555-AC4B-1BB968DC57AF}" dt="2020-07-25T02:39:55.534" v="2564" actId="21"/>
          <ac:grpSpMkLst>
            <pc:docMk/>
            <pc:sldMk cId="2459473165" sldId="262"/>
            <ac:grpSpMk id="10" creationId="{2DD6D81A-E0C2-4237-A627-EC5A179CE3E4}"/>
          </ac:grpSpMkLst>
        </pc:grpChg>
        <pc:grpChg chg="add del mod">
          <ac:chgData name="Leandro Daniel" userId="682bb4abc622d264" providerId="LiveId" clId="{D4C3173A-70BD-4555-AC4B-1BB968DC57AF}" dt="2020-07-25T02:39:55.534" v="2564" actId="21"/>
          <ac:grpSpMkLst>
            <pc:docMk/>
            <pc:sldMk cId="2459473165" sldId="262"/>
            <ac:grpSpMk id="13" creationId="{561C8B7C-14C4-4EBB-9763-CE88114C311F}"/>
          </ac:grpSpMkLst>
        </pc:grpChg>
        <pc:grpChg chg="add mod">
          <ac:chgData name="Leandro Daniel" userId="682bb4abc622d264" providerId="LiveId" clId="{D4C3173A-70BD-4555-AC4B-1BB968DC57AF}" dt="2020-07-25T02:42:03.829" v="2599" actId="1076"/>
          <ac:grpSpMkLst>
            <pc:docMk/>
            <pc:sldMk cId="2459473165" sldId="262"/>
            <ac:grpSpMk id="20" creationId="{2D86E7B4-E4BD-4E12-9608-A7313F947FED}"/>
          </ac:grpSpMkLst>
        </pc:grpChg>
        <pc:grpChg chg="add mod">
          <ac:chgData name="Leandro Daniel" userId="682bb4abc622d264" providerId="LiveId" clId="{D4C3173A-70BD-4555-AC4B-1BB968DC57AF}" dt="2020-07-25T02:42:06.294" v="2600" actId="1076"/>
          <ac:grpSpMkLst>
            <pc:docMk/>
            <pc:sldMk cId="2459473165" sldId="262"/>
            <ac:grpSpMk id="23" creationId="{64C9F1EF-6A18-4FBF-A58D-F695E32C120F}"/>
          </ac:grpSpMkLst>
        </pc:grpChg>
        <pc:grpChg chg="add mod ord">
          <ac:chgData name="Leandro Daniel" userId="682bb4abc622d264" providerId="LiveId" clId="{D4C3173A-70BD-4555-AC4B-1BB968DC57AF}" dt="2020-07-25T02:42:08.448" v="2601" actId="1076"/>
          <ac:grpSpMkLst>
            <pc:docMk/>
            <pc:sldMk cId="2459473165" sldId="262"/>
            <ac:grpSpMk id="26" creationId="{66E6FD7A-ABE7-4BC5-B9EF-4273A5BD30EB}"/>
          </ac:grpSpMkLst>
        </pc:grpChg>
        <pc:grpChg chg="add mod">
          <ac:chgData name="Leandro Daniel" userId="682bb4abc622d264" providerId="LiveId" clId="{D4C3173A-70BD-4555-AC4B-1BB968DC57AF}" dt="2020-07-25T02:42:13.698" v="2602" actId="1076"/>
          <ac:grpSpMkLst>
            <pc:docMk/>
            <pc:sldMk cId="2459473165" sldId="262"/>
            <ac:grpSpMk id="29" creationId="{E743E22B-209B-4D7A-951C-7FB96B83712B}"/>
          </ac:grpSpMkLst>
        </pc:grpChg>
        <pc:picChg chg="mod">
          <ac:chgData name="Leandro Daniel" userId="682bb4abc622d264" providerId="LiveId" clId="{D4C3173A-70BD-4555-AC4B-1BB968DC57AF}" dt="2020-07-25T02:39:46.004" v="2558"/>
          <ac:picMkLst>
            <pc:docMk/>
            <pc:sldMk cId="2459473165" sldId="262"/>
            <ac:picMk id="5" creationId="{E0D4E5F7-BA66-4380-B391-996987164B39}"/>
          </ac:picMkLst>
        </pc:picChg>
        <pc:picChg chg="mod">
          <ac:chgData name="Leandro Daniel" userId="682bb4abc622d264" providerId="LiveId" clId="{D4C3173A-70BD-4555-AC4B-1BB968DC57AF}" dt="2020-07-25T02:39:46.004" v="2558"/>
          <ac:picMkLst>
            <pc:docMk/>
            <pc:sldMk cId="2459473165" sldId="262"/>
            <ac:picMk id="6" creationId="{05636C9E-4CAE-4125-8550-E013E51C6A04}"/>
          </ac:picMkLst>
        </pc:picChg>
        <pc:picChg chg="mod">
          <ac:chgData name="Leandro Daniel" userId="682bb4abc622d264" providerId="LiveId" clId="{D4C3173A-70BD-4555-AC4B-1BB968DC57AF}" dt="2020-07-25T02:39:46.004" v="2558"/>
          <ac:picMkLst>
            <pc:docMk/>
            <pc:sldMk cId="2459473165" sldId="262"/>
            <ac:picMk id="8" creationId="{5BCD33F0-5936-46EA-AB12-7132829997F2}"/>
          </ac:picMkLst>
        </pc:picChg>
        <pc:picChg chg="mod">
          <ac:chgData name="Leandro Daniel" userId="682bb4abc622d264" providerId="LiveId" clId="{D4C3173A-70BD-4555-AC4B-1BB968DC57AF}" dt="2020-07-25T02:39:46.004" v="2558"/>
          <ac:picMkLst>
            <pc:docMk/>
            <pc:sldMk cId="2459473165" sldId="262"/>
            <ac:picMk id="9" creationId="{30FA78F7-D239-4D19-AECD-E20D179ABE76}"/>
          </ac:picMkLst>
        </pc:picChg>
        <pc:picChg chg="mod">
          <ac:chgData name="Leandro Daniel" userId="682bb4abc622d264" providerId="LiveId" clId="{D4C3173A-70BD-4555-AC4B-1BB968DC57AF}" dt="2020-07-25T02:39:46.004" v="2558"/>
          <ac:picMkLst>
            <pc:docMk/>
            <pc:sldMk cId="2459473165" sldId="262"/>
            <ac:picMk id="11" creationId="{2C851A7F-8A27-461F-817A-7412B5F5648E}"/>
          </ac:picMkLst>
        </pc:picChg>
        <pc:picChg chg="mod">
          <ac:chgData name="Leandro Daniel" userId="682bb4abc622d264" providerId="LiveId" clId="{D4C3173A-70BD-4555-AC4B-1BB968DC57AF}" dt="2020-07-25T02:39:46.004" v="2558"/>
          <ac:picMkLst>
            <pc:docMk/>
            <pc:sldMk cId="2459473165" sldId="262"/>
            <ac:picMk id="12" creationId="{D54ECDE0-78A1-499D-ACF5-2C27FF5C027B}"/>
          </ac:picMkLst>
        </pc:picChg>
        <pc:picChg chg="mod">
          <ac:chgData name="Leandro Daniel" userId="682bb4abc622d264" providerId="LiveId" clId="{D4C3173A-70BD-4555-AC4B-1BB968DC57AF}" dt="2020-07-25T02:39:46.004" v="2558"/>
          <ac:picMkLst>
            <pc:docMk/>
            <pc:sldMk cId="2459473165" sldId="262"/>
            <ac:picMk id="14" creationId="{0135CFCD-CF14-4ECA-BD75-355A72C21EB8}"/>
          </ac:picMkLst>
        </pc:picChg>
        <pc:picChg chg="mod">
          <ac:chgData name="Leandro Daniel" userId="682bb4abc622d264" providerId="LiveId" clId="{D4C3173A-70BD-4555-AC4B-1BB968DC57AF}" dt="2020-07-25T02:39:46.004" v="2558"/>
          <ac:picMkLst>
            <pc:docMk/>
            <pc:sldMk cId="2459473165" sldId="262"/>
            <ac:picMk id="15" creationId="{2C20DC2E-A11E-4307-8FA1-B8D10958FE3F}"/>
          </ac:picMkLst>
        </pc:picChg>
        <pc:picChg chg="mod">
          <ac:chgData name="Leandro Daniel" userId="682bb4abc622d264" providerId="LiveId" clId="{D4C3173A-70BD-4555-AC4B-1BB968DC57AF}" dt="2020-07-25T02:39:56.287" v="2565"/>
          <ac:picMkLst>
            <pc:docMk/>
            <pc:sldMk cId="2459473165" sldId="262"/>
            <ac:picMk id="21" creationId="{36C19823-2A2D-4F46-A471-FBA41724D642}"/>
          </ac:picMkLst>
        </pc:picChg>
        <pc:picChg chg="mod">
          <ac:chgData name="Leandro Daniel" userId="682bb4abc622d264" providerId="LiveId" clId="{D4C3173A-70BD-4555-AC4B-1BB968DC57AF}" dt="2020-07-25T02:39:56.287" v="2565"/>
          <ac:picMkLst>
            <pc:docMk/>
            <pc:sldMk cId="2459473165" sldId="262"/>
            <ac:picMk id="22" creationId="{F9A8A216-BD7C-46C2-840F-CF3ABE39054B}"/>
          </ac:picMkLst>
        </pc:picChg>
        <pc:picChg chg="mod">
          <ac:chgData name="Leandro Daniel" userId="682bb4abc622d264" providerId="LiveId" clId="{D4C3173A-70BD-4555-AC4B-1BB968DC57AF}" dt="2020-07-25T02:39:56.287" v="2565"/>
          <ac:picMkLst>
            <pc:docMk/>
            <pc:sldMk cId="2459473165" sldId="262"/>
            <ac:picMk id="24" creationId="{3FC6FF78-47B3-42F4-884E-585E47A48F37}"/>
          </ac:picMkLst>
        </pc:picChg>
        <pc:picChg chg="mod">
          <ac:chgData name="Leandro Daniel" userId="682bb4abc622d264" providerId="LiveId" clId="{D4C3173A-70BD-4555-AC4B-1BB968DC57AF}" dt="2020-07-25T02:39:56.287" v="2565"/>
          <ac:picMkLst>
            <pc:docMk/>
            <pc:sldMk cId="2459473165" sldId="262"/>
            <ac:picMk id="25" creationId="{74B28F59-1847-4442-B02A-53DC95E0205D}"/>
          </ac:picMkLst>
        </pc:picChg>
        <pc:picChg chg="mod">
          <ac:chgData name="Leandro Daniel" userId="682bb4abc622d264" providerId="LiveId" clId="{D4C3173A-70BD-4555-AC4B-1BB968DC57AF}" dt="2020-07-25T02:39:56.287" v="2565"/>
          <ac:picMkLst>
            <pc:docMk/>
            <pc:sldMk cId="2459473165" sldId="262"/>
            <ac:picMk id="27" creationId="{BD119384-332D-4BB0-ABBE-67B74173197E}"/>
          </ac:picMkLst>
        </pc:picChg>
        <pc:picChg chg="mod">
          <ac:chgData name="Leandro Daniel" userId="682bb4abc622d264" providerId="LiveId" clId="{D4C3173A-70BD-4555-AC4B-1BB968DC57AF}" dt="2020-07-25T02:39:56.287" v="2565"/>
          <ac:picMkLst>
            <pc:docMk/>
            <pc:sldMk cId="2459473165" sldId="262"/>
            <ac:picMk id="28" creationId="{28EBDC2D-451B-416C-990E-B7C23B2FBBD4}"/>
          </ac:picMkLst>
        </pc:picChg>
        <pc:picChg chg="mod">
          <ac:chgData name="Leandro Daniel" userId="682bb4abc622d264" providerId="LiveId" clId="{D4C3173A-70BD-4555-AC4B-1BB968DC57AF}" dt="2020-07-25T02:39:56.287" v="2565"/>
          <ac:picMkLst>
            <pc:docMk/>
            <pc:sldMk cId="2459473165" sldId="262"/>
            <ac:picMk id="30" creationId="{ACC7C0D9-A1BC-480E-963C-656570D0B136}"/>
          </ac:picMkLst>
        </pc:picChg>
        <pc:picChg chg="mod">
          <ac:chgData name="Leandro Daniel" userId="682bb4abc622d264" providerId="LiveId" clId="{D4C3173A-70BD-4555-AC4B-1BB968DC57AF}" dt="2020-07-25T02:39:56.287" v="2565"/>
          <ac:picMkLst>
            <pc:docMk/>
            <pc:sldMk cId="2459473165" sldId="262"/>
            <ac:picMk id="31" creationId="{3487684C-D012-4DE1-A5C9-788B10CB3C2C}"/>
          </ac:picMkLst>
        </pc:picChg>
      </pc:sldChg>
      <pc:sldChg chg="addSp delSp modSp new mod setBg setClrOvrMap">
        <pc:chgData name="Leandro Daniel" userId="682bb4abc622d264" providerId="LiveId" clId="{D4C3173A-70BD-4555-AC4B-1BB968DC57AF}" dt="2020-07-25T02:54:24.040" v="2835" actId="1076"/>
        <pc:sldMkLst>
          <pc:docMk/>
          <pc:sldMk cId="3655175644" sldId="263"/>
        </pc:sldMkLst>
        <pc:spChg chg="del">
          <ac:chgData name="Leandro Daniel" userId="682bb4abc622d264" providerId="LiveId" clId="{D4C3173A-70BD-4555-AC4B-1BB968DC57AF}" dt="2020-07-25T02:48:05.664" v="2649" actId="478"/>
          <ac:spMkLst>
            <pc:docMk/>
            <pc:sldMk cId="3655175644" sldId="263"/>
            <ac:spMk id="2" creationId="{2C4BA961-615A-4163-96A2-17784F8616E3}"/>
          </ac:spMkLst>
        </pc:spChg>
        <pc:spChg chg="del">
          <ac:chgData name="Leandro Daniel" userId="682bb4abc622d264" providerId="LiveId" clId="{D4C3173A-70BD-4555-AC4B-1BB968DC57AF}" dt="2020-07-25T02:48:05.664" v="2649" actId="478"/>
          <ac:spMkLst>
            <pc:docMk/>
            <pc:sldMk cId="3655175644" sldId="263"/>
            <ac:spMk id="3" creationId="{CD372CE4-46E6-475D-817F-5FAED99E8156}"/>
          </ac:spMkLst>
        </pc:spChg>
        <pc:spChg chg="add mod">
          <ac:chgData name="Leandro Daniel" userId="682bb4abc622d264" providerId="LiveId" clId="{D4C3173A-70BD-4555-AC4B-1BB968DC57AF}" dt="2020-07-25T02:52:53.536" v="2821" actId="14861"/>
          <ac:spMkLst>
            <pc:docMk/>
            <pc:sldMk cId="3655175644" sldId="263"/>
            <ac:spMk id="6" creationId="{72E31B52-8ED0-4B4B-BC81-0226A55FFF30}"/>
          </ac:spMkLst>
        </pc:spChg>
        <pc:spChg chg="add mod">
          <ac:chgData name="Leandro Daniel" userId="682bb4abc622d264" providerId="LiveId" clId="{D4C3173A-70BD-4555-AC4B-1BB968DC57AF}" dt="2020-07-25T02:52:55.241" v="2823" actId="1038"/>
          <ac:spMkLst>
            <pc:docMk/>
            <pc:sldMk cId="3655175644" sldId="263"/>
            <ac:spMk id="8" creationId="{C76B2109-1941-4171-91B0-F41DEF36CA16}"/>
          </ac:spMkLst>
        </pc:spChg>
        <pc:spChg chg="add del">
          <ac:chgData name="Leandro Daniel" userId="682bb4abc622d264" providerId="LiveId" clId="{D4C3173A-70BD-4555-AC4B-1BB968DC57AF}" dt="2020-07-25T02:49:37.787" v="2676" actId="26606"/>
          <ac:spMkLst>
            <pc:docMk/>
            <pc:sldMk cId="3655175644" sldId="263"/>
            <ac:spMk id="9" creationId="{A4D1609B-102A-4C77-86A2-ACB29FB96D59}"/>
          </ac:spMkLst>
        </pc:spChg>
        <pc:spChg chg="add del">
          <ac:chgData name="Leandro Daniel" userId="682bb4abc622d264" providerId="LiveId" clId="{D4C3173A-70BD-4555-AC4B-1BB968DC57AF}" dt="2020-07-25T02:48:24.551" v="2654" actId="26606"/>
          <ac:spMkLst>
            <pc:docMk/>
            <pc:sldMk cId="3655175644" sldId="263"/>
            <ac:spMk id="10" creationId="{3B432D73-5C38-474F-AF96-A3228731BF36}"/>
          </ac:spMkLst>
        </pc:spChg>
        <pc:spChg chg="add del">
          <ac:chgData name="Leandro Daniel" userId="682bb4abc622d264" providerId="LiveId" clId="{D4C3173A-70BD-4555-AC4B-1BB968DC57AF}" dt="2020-07-25T02:49:37.787" v="2676" actId="26606"/>
          <ac:spMkLst>
            <pc:docMk/>
            <pc:sldMk cId="3655175644" sldId="263"/>
            <ac:spMk id="11" creationId="{38CA0C41-9332-42E9-BF4A-5DB3363BE15A}"/>
          </ac:spMkLst>
        </pc:spChg>
        <pc:spChg chg="add del">
          <ac:chgData name="Leandro Daniel" userId="682bb4abc622d264" providerId="LiveId" clId="{D4C3173A-70BD-4555-AC4B-1BB968DC57AF}" dt="2020-07-25T02:49:04.020" v="2662" actId="26606"/>
          <ac:spMkLst>
            <pc:docMk/>
            <pc:sldMk cId="3655175644" sldId="263"/>
            <ac:spMk id="14" creationId="{3B432D73-5C38-474F-AF96-A3228731BF36}"/>
          </ac:spMkLst>
        </pc:spChg>
        <pc:spChg chg="add del">
          <ac:chgData name="Leandro Daniel" userId="682bb4abc622d264" providerId="LiveId" clId="{D4C3173A-70BD-4555-AC4B-1BB968DC57AF}" dt="2020-07-25T02:49:11.164" v="2664" actId="26606"/>
          <ac:spMkLst>
            <pc:docMk/>
            <pc:sldMk cId="3655175644" sldId="263"/>
            <ac:spMk id="16" creationId="{2E80C965-DB6D-4F81-9E9E-B027384D0BD6}"/>
          </ac:spMkLst>
        </pc:spChg>
        <pc:spChg chg="add del">
          <ac:chgData name="Leandro Daniel" userId="682bb4abc622d264" providerId="LiveId" clId="{D4C3173A-70BD-4555-AC4B-1BB968DC57AF}" dt="2020-07-25T02:49:11.164" v="2664" actId="26606"/>
          <ac:spMkLst>
            <pc:docMk/>
            <pc:sldMk cId="3655175644" sldId="263"/>
            <ac:spMk id="17" creationId="{569BBA9B-8F4E-4D2B-BEFA-41A475443377}"/>
          </ac:spMkLst>
        </pc:spChg>
        <pc:spChg chg="add del">
          <ac:chgData name="Leandro Daniel" userId="682bb4abc622d264" providerId="LiveId" clId="{D4C3173A-70BD-4555-AC4B-1BB968DC57AF}" dt="2020-07-25T02:49:11.164" v="2664" actId="26606"/>
          <ac:spMkLst>
            <pc:docMk/>
            <pc:sldMk cId="3655175644" sldId="263"/>
            <ac:spMk id="18" creationId="{D291F021-C45C-4D44-A2B8-A789E386CC42}"/>
          </ac:spMkLst>
        </pc:spChg>
        <pc:spChg chg="add del">
          <ac:chgData name="Leandro Daniel" userId="682bb4abc622d264" providerId="LiveId" clId="{D4C3173A-70BD-4555-AC4B-1BB968DC57AF}" dt="2020-07-25T02:49:11.164" v="2664" actId="26606"/>
          <ac:spMkLst>
            <pc:docMk/>
            <pc:sldMk cId="3655175644" sldId="263"/>
            <ac:spMk id="19" creationId="{851012D1-8033-40B1-9EC0-91390FFC7403}"/>
          </ac:spMkLst>
        </pc:spChg>
        <pc:spChg chg="add del">
          <ac:chgData name="Leandro Daniel" userId="682bb4abc622d264" providerId="LiveId" clId="{D4C3173A-70BD-4555-AC4B-1BB968DC57AF}" dt="2020-07-25T02:49:14.308" v="2666" actId="26606"/>
          <ac:spMkLst>
            <pc:docMk/>
            <pc:sldMk cId="3655175644" sldId="263"/>
            <ac:spMk id="21" creationId="{940F20C4-574D-4AD1-A244-96E69925EC90}"/>
          </ac:spMkLst>
        </pc:spChg>
        <pc:spChg chg="add del">
          <ac:chgData name="Leandro Daniel" userId="682bb4abc622d264" providerId="LiveId" clId="{D4C3173A-70BD-4555-AC4B-1BB968DC57AF}" dt="2020-07-25T02:49:18.005" v="2668" actId="26606"/>
          <ac:spMkLst>
            <pc:docMk/>
            <pc:sldMk cId="3655175644" sldId="263"/>
            <ac:spMk id="27" creationId="{8B089790-F4B6-46A7-BB28-7B74A9A9EFDC}"/>
          </ac:spMkLst>
        </pc:spChg>
        <pc:spChg chg="add del">
          <ac:chgData name="Leandro Daniel" userId="682bb4abc622d264" providerId="LiveId" clId="{D4C3173A-70BD-4555-AC4B-1BB968DC57AF}" dt="2020-07-25T02:49:18.005" v="2668" actId="26606"/>
          <ac:spMkLst>
            <pc:docMk/>
            <pc:sldMk cId="3655175644" sldId="263"/>
            <ac:spMk id="28" creationId="{9A191B90-62D1-4718-B891-6A3FC82DD6A2}"/>
          </ac:spMkLst>
        </pc:spChg>
        <pc:spChg chg="add del">
          <ac:chgData name="Leandro Daniel" userId="682bb4abc622d264" providerId="LiveId" clId="{D4C3173A-70BD-4555-AC4B-1BB968DC57AF}" dt="2020-07-25T02:49:24.833" v="2670" actId="26606"/>
          <ac:spMkLst>
            <pc:docMk/>
            <pc:sldMk cId="3655175644" sldId="263"/>
            <ac:spMk id="36" creationId="{B649E800-A5C8-49A0-A453-ED537DA3156A}"/>
          </ac:spMkLst>
        </pc:spChg>
        <pc:spChg chg="add del">
          <ac:chgData name="Leandro Daniel" userId="682bb4abc622d264" providerId="LiveId" clId="{D4C3173A-70BD-4555-AC4B-1BB968DC57AF}" dt="2020-07-25T02:49:29.845" v="2672" actId="26606"/>
          <ac:spMkLst>
            <pc:docMk/>
            <pc:sldMk cId="3655175644" sldId="263"/>
            <ac:spMk id="40" creationId="{8ECBFEF8-9038-4E5E-A5F1-E4DC2303553E}"/>
          </ac:spMkLst>
        </pc:spChg>
        <pc:spChg chg="add del">
          <ac:chgData name="Leandro Daniel" userId="682bb4abc622d264" providerId="LiveId" clId="{D4C3173A-70BD-4555-AC4B-1BB968DC57AF}" dt="2020-07-25T02:49:29.845" v="2672" actId="26606"/>
          <ac:spMkLst>
            <pc:docMk/>
            <pc:sldMk cId="3655175644" sldId="263"/>
            <ac:spMk id="41" creationId="{F37E8EB2-7BE0-4F3D-921C-F4E9C2C14929}"/>
          </ac:spMkLst>
        </pc:spChg>
        <pc:spChg chg="add del">
          <ac:chgData name="Leandro Daniel" userId="682bb4abc622d264" providerId="LiveId" clId="{D4C3173A-70BD-4555-AC4B-1BB968DC57AF}" dt="2020-07-25T02:49:29.845" v="2672" actId="26606"/>
          <ac:spMkLst>
            <pc:docMk/>
            <pc:sldMk cId="3655175644" sldId="263"/>
            <ac:spMk id="42" creationId="{E77AE46B-A945-4A7E-9911-903176079DD0}"/>
          </ac:spMkLst>
        </pc:spChg>
        <pc:grpChg chg="add del">
          <ac:chgData name="Leandro Daniel" userId="682bb4abc622d264" providerId="LiveId" clId="{D4C3173A-70BD-4555-AC4B-1BB968DC57AF}" dt="2020-07-25T02:49:14.308" v="2666" actId="26606"/>
          <ac:grpSpMkLst>
            <pc:docMk/>
            <pc:sldMk cId="3655175644" sldId="263"/>
            <ac:grpSpMk id="22" creationId="{9A7CC453-6F47-4427-B67D-37E65A92C553}"/>
          </ac:grpSpMkLst>
        </pc:grpChg>
        <pc:grpChg chg="add del">
          <ac:chgData name="Leandro Daniel" userId="682bb4abc622d264" providerId="LiveId" clId="{D4C3173A-70BD-4555-AC4B-1BB968DC57AF}" dt="2020-07-25T02:49:18.005" v="2668" actId="26606"/>
          <ac:grpSpMkLst>
            <pc:docMk/>
            <pc:sldMk cId="3655175644" sldId="263"/>
            <ac:grpSpMk id="29" creationId="{63A1050F-42B7-42F4-9436-314DB03DE463}"/>
          </ac:grpSpMkLst>
        </pc:grpChg>
        <pc:grpChg chg="add del">
          <ac:chgData name="Leandro Daniel" userId="682bb4abc622d264" providerId="LiveId" clId="{D4C3173A-70BD-4555-AC4B-1BB968DC57AF}" dt="2020-07-25T02:49:18.005" v="2668" actId="26606"/>
          <ac:grpSpMkLst>
            <pc:docMk/>
            <pc:sldMk cId="3655175644" sldId="263"/>
            <ac:grpSpMk id="33" creationId="{CB04806E-DE07-4370-8B2D-439E32B3A25B}"/>
          </ac:grpSpMkLst>
        </pc:grpChg>
        <pc:grpChg chg="add del">
          <ac:chgData name="Leandro Daniel" userId="682bb4abc622d264" providerId="LiveId" clId="{D4C3173A-70BD-4555-AC4B-1BB968DC57AF}" dt="2020-07-25T02:49:24.833" v="2670" actId="26606"/>
          <ac:grpSpMkLst>
            <pc:docMk/>
            <pc:sldMk cId="3655175644" sldId="263"/>
            <ac:grpSpMk id="37" creationId="{C32D4553-E775-4F16-9A6F-FED8D166A5B7}"/>
          </ac:grpSpMkLst>
        </pc:grpChg>
        <pc:picChg chg="add del mod">
          <ac:chgData name="Leandro Daniel" userId="682bb4abc622d264" providerId="LiveId" clId="{D4C3173A-70BD-4555-AC4B-1BB968DC57AF}" dt="2020-07-25T02:49:41.125" v="2682"/>
          <ac:picMkLst>
            <pc:docMk/>
            <pc:sldMk cId="3655175644" sldId="263"/>
            <ac:picMk id="5" creationId="{22F63FA1-6396-4F88-A70F-B8E7F44238A9}"/>
          </ac:picMkLst>
        </pc:picChg>
        <pc:picChg chg="add del">
          <ac:chgData name="Leandro Daniel" userId="682bb4abc622d264" providerId="LiveId" clId="{D4C3173A-70BD-4555-AC4B-1BB968DC57AF}" dt="2020-07-25T02:49:38.431" v="2678" actId="26606"/>
          <ac:picMkLst>
            <pc:docMk/>
            <pc:sldMk cId="3655175644" sldId="263"/>
            <ac:picMk id="7" creationId="{CB607B98-7700-4DC9-8BE8-A876255F9C52}"/>
          </ac:picMkLst>
        </pc:picChg>
        <pc:picChg chg="add del">
          <ac:chgData name="Leandro Daniel" userId="682bb4abc622d264" providerId="LiveId" clId="{D4C3173A-70BD-4555-AC4B-1BB968DC57AF}" dt="2020-07-25T02:49:00.280" v="2660" actId="26606"/>
          <ac:picMkLst>
            <pc:docMk/>
            <pc:sldMk cId="3655175644" sldId="263"/>
            <ac:picMk id="12" creationId="{7309214B-9B60-4A94-88B5-44CB8D263285}"/>
          </ac:picMkLst>
        </pc:picChg>
        <pc:picChg chg="add mod">
          <ac:chgData name="Leandro Daniel" userId="682bb4abc622d264" providerId="LiveId" clId="{D4C3173A-70BD-4555-AC4B-1BB968DC57AF}" dt="2020-07-25T02:53:47.469" v="2830" actId="14100"/>
          <ac:picMkLst>
            <pc:docMk/>
            <pc:sldMk cId="3655175644" sldId="263"/>
            <ac:picMk id="13" creationId="{2DAC4A61-4F00-408D-A1B0-7D45CED393F0}"/>
          </ac:picMkLst>
        </pc:picChg>
        <pc:picChg chg="add mod">
          <ac:chgData name="Leandro Daniel" userId="682bb4abc622d264" providerId="LiveId" clId="{D4C3173A-70BD-4555-AC4B-1BB968DC57AF}" dt="2020-07-25T02:53:42.079" v="2829" actId="14100"/>
          <ac:picMkLst>
            <pc:docMk/>
            <pc:sldMk cId="3655175644" sldId="263"/>
            <ac:picMk id="35" creationId="{FB687460-0166-4DFC-9C9B-459405192DC7}"/>
          </ac:picMkLst>
        </pc:picChg>
        <pc:picChg chg="add mod">
          <ac:chgData name="Leandro Daniel" userId="682bb4abc622d264" providerId="LiveId" clId="{D4C3173A-70BD-4555-AC4B-1BB968DC57AF}" dt="2020-07-25T02:54:13.873" v="2833" actId="14100"/>
          <ac:picMkLst>
            <pc:docMk/>
            <pc:sldMk cId="3655175644" sldId="263"/>
            <ac:picMk id="46" creationId="{583F91CE-3A0B-48DC-8EEB-28E33EC79480}"/>
          </ac:picMkLst>
        </pc:picChg>
        <pc:picChg chg="add mod">
          <ac:chgData name="Leandro Daniel" userId="682bb4abc622d264" providerId="LiveId" clId="{D4C3173A-70BD-4555-AC4B-1BB968DC57AF}" dt="2020-07-25T02:54:24.040" v="2835" actId="1076"/>
          <ac:picMkLst>
            <pc:docMk/>
            <pc:sldMk cId="3655175644" sldId="263"/>
            <ac:picMk id="48" creationId="{4358FE53-4795-43C9-9253-04FAEC82ED7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7C36E-86BC-4B26-9302-021CFF6FA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4CE6DF-2054-4734-B810-8F53B679EB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0600B-567B-4B75-8AB9-D861ECD92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A0C02-AE27-4214-971E-1C2E2DF28E98}" type="datetimeFigureOut">
              <a:rPr lang="pt-BR" smtClean="0"/>
              <a:t>24/07/2020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7E619-88F9-4A73-80D3-56198791F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3E212-120B-4D27-8C16-6F42C264F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E0B4E-08A8-4298-9131-0D15DFB5397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612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FC54-5C02-4DB3-9A23-B3054781E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D6C57-2AA3-480A-B970-1ECC1B956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5E6E4-45FD-4A47-818E-4A01AD74B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A0C02-AE27-4214-971E-1C2E2DF28E98}" type="datetimeFigureOut">
              <a:rPr lang="pt-BR" smtClean="0"/>
              <a:t>24/07/2020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23822-945C-4699-A388-B7A1815CF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C5EAB-67F0-4D00-BAB7-5725DE0EC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E0B4E-08A8-4298-9131-0D15DFB5397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7946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3AD0C-D053-4EB1-8181-90346BDC3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FDD15-E04C-4151-810C-B7796BCD7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5C798-6851-4605-BEFE-7CB991CD9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A0C02-AE27-4214-971E-1C2E2DF28E98}" type="datetimeFigureOut">
              <a:rPr lang="pt-BR" smtClean="0"/>
              <a:t>24/07/2020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0B35C-DD0E-4D6E-82E9-24AB608BD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923A2-47E4-4627-9BB6-EE106A7E8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E0B4E-08A8-4298-9131-0D15DFB5397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2355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DAC2F-437B-48DC-840D-C022560A9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96DB2-3758-4CFF-8148-E3A7205CC5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3F641E-6762-423A-AE2D-A4F700AB08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B6EC7C-2561-4173-8C98-C7BB4FFBD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A0C02-AE27-4214-971E-1C2E2DF28E98}" type="datetimeFigureOut">
              <a:rPr lang="pt-BR" smtClean="0"/>
              <a:t>24/07/2020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5C7CEE-54E5-4684-9ADD-336BD69DC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F89868-6AC5-4C32-BEB8-A95C25F1A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E0B4E-08A8-4298-9131-0D15DFB5397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4300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1168F-1CD6-4748-9D8A-DFCA38205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274DE-84AC-4440-BF34-0035DE0B75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8DE105-ADAD-464A-81E0-BE7F059724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A9FE88-2957-496D-9796-EBCE229641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E9678C-3175-4798-913D-4163D29541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86B944-329E-4146-8B36-0EEC929C9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A0C02-AE27-4214-971E-1C2E2DF28E98}" type="datetimeFigureOut">
              <a:rPr lang="pt-BR" smtClean="0"/>
              <a:t>24/07/2020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4ACEE2-8794-45A8-8C39-AADD096AB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824E7F-DFBD-438F-9119-D1A461FB9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E0B4E-08A8-4298-9131-0D15DFB5397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5831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EE0E5-7DB1-42CA-9B19-A34BC5971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4F8734-8DE5-47E9-980E-1495CE5A6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A0C02-AE27-4214-971E-1C2E2DF28E98}" type="datetimeFigureOut">
              <a:rPr lang="pt-BR" smtClean="0"/>
              <a:t>24/07/2020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A178E9-6E66-432F-BC86-648251C3B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327D72-8022-4ABB-9893-F391510C3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E0B4E-08A8-4298-9131-0D15DFB5397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7186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BA4503-E33E-4107-9061-3650C41C9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A0C02-AE27-4214-971E-1C2E2DF28E98}" type="datetimeFigureOut">
              <a:rPr lang="pt-BR" smtClean="0"/>
              <a:t>24/07/2020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AE2B6C-913E-4189-BD70-4429A1899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7FD33-1326-4823-8BBF-11D8108D5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E0B4E-08A8-4298-9131-0D15DFB5397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8016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773CC-C61F-4FFA-9BBA-BADEC5858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C0BCB-CA74-4791-93F6-6542174B0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413FE-D32A-42E7-9DBC-06415BBF88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B765AD-61EA-49F9-8CEA-EE77CE3A8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A0C02-AE27-4214-971E-1C2E2DF28E98}" type="datetimeFigureOut">
              <a:rPr lang="pt-BR" smtClean="0"/>
              <a:t>24/07/2020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F14B-6741-45DD-999C-6BCFB6EF2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4D348C-35B2-4744-A254-7BB2AB538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E0B4E-08A8-4298-9131-0D15DFB5397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6546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583CE-29CC-4317-AD26-8A3CD4184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DA9150-6978-4870-9312-C3CAE1D103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7475B4-D229-4BBE-841B-E7E18C2DF5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4FFC0C-E7F7-4697-8EA4-A013E4F62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A0C02-AE27-4214-971E-1C2E2DF28E98}" type="datetimeFigureOut">
              <a:rPr lang="pt-BR" smtClean="0"/>
              <a:t>24/07/2020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F8CF30-7B7B-462C-8060-66D33B268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07DFF7-0489-44A8-A361-DE4125FB9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E0B4E-08A8-4298-9131-0D15DFB5397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4393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51449-D501-4DC8-89C1-74AD42C78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779D89-D9C2-4F3D-BB5E-F4559A5B3E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89733-7669-4B9E-BD4A-790EE9689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A0C02-AE27-4214-971E-1C2E2DF28E98}" type="datetimeFigureOut">
              <a:rPr lang="pt-BR" smtClean="0"/>
              <a:t>24/07/2020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02E4B-2F93-4BE8-8D7C-88EF38983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AA2A3-DF32-4C03-ACD6-BDCD7ECBD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E0B4E-08A8-4298-9131-0D15DFB5397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8304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7185C0-D7DE-446D-B0D4-3A78016C00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D628AD-5ECA-4E32-BAA8-A6C87C5D5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CF7F4-5FD8-47E8-BFD6-B9424D858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A0C02-AE27-4214-971E-1C2E2DF28E98}" type="datetimeFigureOut">
              <a:rPr lang="pt-BR" smtClean="0"/>
              <a:t>24/07/2020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A1165-AA88-4094-B7ED-0D741109C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282B3-B534-4CE9-924B-D5B79414A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E0B4E-08A8-4298-9131-0D15DFB5397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9415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3B0E6B-8565-4149-B901-626CDFA5F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C50451-39AD-4414-A1AE-0C91DAEDC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6AF66-5213-4F93-BC22-1C9751485E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A0C02-AE27-4214-971E-1C2E2DF28E98}" type="datetimeFigureOut">
              <a:rPr lang="pt-BR" smtClean="0"/>
              <a:t>24/07/2020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05FAF-A5C5-46F1-B18F-1433551133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24209-A5C5-4A8C-82DB-BC44B29648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5E0B4E-08A8-4298-9131-0D15DFB5397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5592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7" Type="http://schemas.openxmlformats.org/officeDocument/2006/relationships/image" Target="../media/image14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12.jpg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wearing a hat&#10;&#10;Description automatically generated">
            <a:extLst>
              <a:ext uri="{FF2B5EF4-FFF2-40B4-BE49-F238E27FC236}">
                <a16:creationId xmlns:a16="http://schemas.microsoft.com/office/drawing/2014/main" id="{657FFDE0-6633-43BD-BBF9-04166D9EAF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41" r="5" b="5"/>
          <a:stretch/>
        </p:blipFill>
        <p:spPr>
          <a:xfrm>
            <a:off x="20" y="10"/>
            <a:ext cx="4003019" cy="3388883"/>
          </a:xfrm>
          <a:prstGeom prst="rect">
            <a:avLst/>
          </a:prstGeom>
        </p:spPr>
      </p:pic>
      <p:pic>
        <p:nvPicPr>
          <p:cNvPr id="15" name="Picture 14" descr="A picture containing photo, person, wearing, looking&#10;&#10;Description automatically generated">
            <a:extLst>
              <a:ext uri="{FF2B5EF4-FFF2-40B4-BE49-F238E27FC236}">
                <a16:creationId xmlns:a16="http://schemas.microsoft.com/office/drawing/2014/main" id="{9F0D7E0C-A711-4965-9880-26C5C24BB0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20" r="5" b="11626"/>
          <a:stretch/>
        </p:blipFill>
        <p:spPr>
          <a:xfrm>
            <a:off x="20" y="3469102"/>
            <a:ext cx="4003019" cy="3388893"/>
          </a:xfrm>
          <a:prstGeom prst="rect">
            <a:avLst/>
          </a:prstGeom>
        </p:spPr>
      </p:pic>
      <p:pic>
        <p:nvPicPr>
          <p:cNvPr id="12" name="Picture 11" descr="A person wearing glasses&#10;&#10;Description automatically generated">
            <a:extLst>
              <a:ext uri="{FF2B5EF4-FFF2-40B4-BE49-F238E27FC236}">
                <a16:creationId xmlns:a16="http://schemas.microsoft.com/office/drawing/2014/main" id="{05300995-4C70-4F8E-9A7B-B04B638F236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45" r="20224"/>
          <a:stretch/>
        </p:blipFill>
        <p:spPr>
          <a:xfrm>
            <a:off x="4094479" y="10"/>
            <a:ext cx="4014047" cy="6857990"/>
          </a:xfrm>
          <a:prstGeom prst="rect">
            <a:avLst/>
          </a:prstGeom>
        </p:spPr>
      </p:pic>
      <p:pic>
        <p:nvPicPr>
          <p:cNvPr id="4" name="Picture 3" descr="A close up of a mask&#10;&#10;Description automatically generated">
            <a:extLst>
              <a:ext uri="{FF2B5EF4-FFF2-40B4-BE49-F238E27FC236}">
                <a16:creationId xmlns:a16="http://schemas.microsoft.com/office/drawing/2014/main" id="{75A1E535-2F15-41BE-A897-B14D5B6913B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64" r="4" b="1622"/>
          <a:stretch/>
        </p:blipFill>
        <p:spPr>
          <a:xfrm>
            <a:off x="8188960" y="10"/>
            <a:ext cx="4003039" cy="3383270"/>
          </a:xfrm>
          <a:prstGeom prst="rect">
            <a:avLst/>
          </a:prstGeom>
        </p:spPr>
      </p:pic>
      <p:pic>
        <p:nvPicPr>
          <p:cNvPr id="10" name="Picture 9" descr="A close up of a persons face&#10;&#10;Description automatically generated">
            <a:extLst>
              <a:ext uri="{FF2B5EF4-FFF2-40B4-BE49-F238E27FC236}">
                <a16:creationId xmlns:a16="http://schemas.microsoft.com/office/drawing/2014/main" id="{A4F53E15-540E-4AD7-A7A1-EB7AD19CF69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5108"/>
          <a:stretch/>
        </p:blipFill>
        <p:spPr>
          <a:xfrm>
            <a:off x="8199966" y="3469102"/>
            <a:ext cx="3992034" cy="3388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673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 descr="Lightbulb">
            <a:extLst>
              <a:ext uri="{FF2B5EF4-FFF2-40B4-BE49-F238E27FC236}">
                <a16:creationId xmlns:a16="http://schemas.microsoft.com/office/drawing/2014/main" id="{A88F201E-135E-4CAA-BB9D-BD5F67FACF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9229" y="-247541"/>
            <a:ext cx="7105541" cy="7105541"/>
          </a:xfrm>
          <a:prstGeom prst="rect">
            <a:avLst/>
          </a:prstGeom>
        </p:spPr>
      </p:pic>
      <p:pic>
        <p:nvPicPr>
          <p:cNvPr id="5" name="Picture 4" descr="A close up of a persons face&#10;&#10;Description automatically generated">
            <a:extLst>
              <a:ext uri="{FF2B5EF4-FFF2-40B4-BE49-F238E27FC236}">
                <a16:creationId xmlns:a16="http://schemas.microsoft.com/office/drawing/2014/main" id="{C285A7DA-4766-46F5-BE94-62C027D7164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15" r="25246"/>
          <a:stretch/>
        </p:blipFill>
        <p:spPr>
          <a:xfrm>
            <a:off x="0" y="0"/>
            <a:ext cx="3424843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C732CB-3EF4-4B2A-9A94-5B1A39DFE784}"/>
              </a:ext>
            </a:extLst>
          </p:cNvPr>
          <p:cNvSpPr txBox="1"/>
          <p:nvPr/>
        </p:nvSpPr>
        <p:spPr>
          <a:xfrm>
            <a:off x="3548535" y="102035"/>
            <a:ext cx="60785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600" dirty="0">
                <a:solidFill>
                  <a:schemeClr val="bg1"/>
                </a:solidFill>
                <a:latin typeface="Arial Black" panose="020B0A04020102020204" pitchFamily="34" charset="0"/>
              </a:rPr>
              <a:t>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4ED01A-017E-45F4-9C8A-D5D962A1743D}"/>
              </a:ext>
            </a:extLst>
          </p:cNvPr>
          <p:cNvSpPr txBox="1"/>
          <p:nvPr/>
        </p:nvSpPr>
        <p:spPr>
          <a:xfrm>
            <a:off x="4108078" y="556989"/>
            <a:ext cx="77051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1" dirty="0">
                <a:solidFill>
                  <a:schemeClr val="bg1"/>
                </a:solidFill>
                <a:latin typeface="Avenir Next LT Pro Light" panose="020B0304020202020204" pitchFamily="34" charset="0"/>
              </a:rPr>
              <a:t>Os estoicos (</a:t>
            </a:r>
            <a:r>
              <a:rPr lang="pt-BR" sz="2400" i="1" dirty="0" err="1">
                <a:solidFill>
                  <a:schemeClr val="bg1"/>
                </a:solidFill>
                <a:latin typeface="Avenir Next LT Pro Light" panose="020B0304020202020204" pitchFamily="34" charset="0"/>
              </a:rPr>
              <a:t>hrummphhhhrrr</a:t>
            </a:r>
            <a:r>
              <a:rPr lang="pt-BR" sz="2400" i="1" dirty="0">
                <a:solidFill>
                  <a:schemeClr val="bg1"/>
                </a:solidFill>
                <a:latin typeface="Avenir Next LT Pro Light" panose="020B0304020202020204" pitchFamily="34" charset="0"/>
              </a:rPr>
              <a:t>...</a:t>
            </a:r>
            <a:r>
              <a:rPr lang="pt-BR" sz="2400" i="1" dirty="0" err="1">
                <a:solidFill>
                  <a:schemeClr val="bg1"/>
                </a:solidFill>
                <a:latin typeface="Avenir Next LT Pro Light" panose="020B0304020202020204" pitchFamily="34" charset="0"/>
              </a:rPr>
              <a:t>coof-cof</a:t>
            </a:r>
            <a:r>
              <a:rPr lang="pt-BR" sz="2400" i="1" dirty="0">
                <a:solidFill>
                  <a:schemeClr val="bg1"/>
                </a:solidFill>
                <a:latin typeface="Avenir Next LT Pro Light" panose="020B0304020202020204" pitchFamily="34" charset="0"/>
              </a:rPr>
              <a:t>) o estoicismo, ele é a insensibilidade frente ao Mundo... </a:t>
            </a:r>
            <a:br>
              <a:rPr lang="pt-BR" sz="2400" i="1" dirty="0">
                <a:solidFill>
                  <a:schemeClr val="bg1"/>
                </a:solidFill>
                <a:latin typeface="Avenir Next LT Pro Light" panose="020B0304020202020204" pitchFamily="34" charset="0"/>
              </a:rPr>
            </a:br>
            <a:r>
              <a:rPr lang="pt-BR" sz="2400" i="1" dirty="0">
                <a:solidFill>
                  <a:schemeClr val="bg1"/>
                </a:solidFill>
                <a:latin typeface="Avenir Next LT Pro Light" panose="020B0304020202020204" pitchFamily="34" charset="0"/>
              </a:rPr>
              <a:t>É.... Os estoicos.</a:t>
            </a:r>
          </a:p>
          <a:p>
            <a:endParaRPr lang="pt-BR" sz="2400" i="1" dirty="0">
              <a:solidFill>
                <a:schemeClr val="bg1"/>
              </a:solidFill>
              <a:latin typeface="Avenir Next LT Pro Light" panose="020B0304020202020204" pitchFamily="34" charset="0"/>
            </a:endParaRPr>
          </a:p>
          <a:p>
            <a:r>
              <a:rPr lang="pt-BR" sz="2400" i="1" dirty="0">
                <a:solidFill>
                  <a:schemeClr val="bg1"/>
                </a:solidFill>
                <a:latin typeface="Avenir Next LT Pro Light" panose="020B0304020202020204" pitchFamily="34" charset="0"/>
              </a:rPr>
              <a:t>É de certa forma uma fuga, porque os estoicos, adeptos do estoicismo, eles vão ter essa percepção </a:t>
            </a:r>
          </a:p>
          <a:p>
            <a:r>
              <a:rPr lang="pt-BR" sz="2400" i="1" dirty="0">
                <a:solidFill>
                  <a:schemeClr val="bg1"/>
                </a:solidFill>
                <a:latin typeface="Avenir Next LT Pro Light" panose="020B0304020202020204" pitchFamily="34" charset="0"/>
              </a:rPr>
              <a:t>(</a:t>
            </a:r>
            <a:r>
              <a:rPr lang="pt-BR" sz="2400" i="1" dirty="0" err="1">
                <a:solidFill>
                  <a:schemeClr val="bg1"/>
                </a:solidFill>
                <a:latin typeface="Avenir Next LT Pro Light" panose="020B0304020202020204" pitchFamily="34" charset="0"/>
              </a:rPr>
              <a:t>prhuuuuuuuunnnnhhhhhrrrrr</a:t>
            </a:r>
            <a:r>
              <a:rPr lang="pt-BR" sz="2400" i="1" dirty="0">
                <a:solidFill>
                  <a:schemeClr val="bg1"/>
                </a:solidFill>
                <a:latin typeface="Avenir Next LT Pro Light" panose="020B0304020202020204" pitchFamily="34" charset="0"/>
              </a:rPr>
              <a:t>... </a:t>
            </a:r>
            <a:r>
              <a:rPr lang="pt-BR" sz="2400" i="1" dirty="0" err="1">
                <a:solidFill>
                  <a:schemeClr val="bg1"/>
                </a:solidFill>
                <a:latin typeface="Avenir Next LT Pro Light" panose="020B0304020202020204" pitchFamily="34" charset="0"/>
              </a:rPr>
              <a:t>pffhh</a:t>
            </a:r>
            <a:r>
              <a:rPr lang="pt-BR" sz="2400" i="1" dirty="0">
                <a:solidFill>
                  <a:schemeClr val="bg1"/>
                </a:solidFill>
                <a:latin typeface="Avenir Next LT Pro Light" panose="020B0304020202020204" pitchFamily="34" charset="0"/>
              </a:rPr>
              <a:t>) mais blasé frente aos problemas.</a:t>
            </a:r>
          </a:p>
          <a:p>
            <a:endParaRPr lang="pt-BR" sz="2400" i="1" dirty="0">
              <a:solidFill>
                <a:schemeClr val="bg1"/>
              </a:solidFill>
              <a:latin typeface="Avenir Next LT Pro Light" panose="020B0304020202020204" pitchFamily="34" charset="0"/>
            </a:endParaRPr>
          </a:p>
          <a:p>
            <a:r>
              <a:rPr lang="pt-BR" sz="2400" i="1" dirty="0">
                <a:solidFill>
                  <a:schemeClr val="bg1"/>
                </a:solidFill>
                <a:latin typeface="Avenir Next LT Pro Light" panose="020B0304020202020204" pitchFamily="34" charset="0"/>
              </a:rPr>
              <a:t>É de se esperar que, não tocar em certos pontos e deixar de lado o enfrentamento das situações, talvez não gere a resiliência esperada. </a:t>
            </a:r>
          </a:p>
          <a:p>
            <a:endParaRPr lang="pt-BR" sz="2400" i="1" dirty="0">
              <a:solidFill>
                <a:schemeClr val="bg1"/>
              </a:solidFill>
              <a:latin typeface="Avenir Next LT Pro Light" panose="020B0304020202020204" pitchFamily="34" charset="0"/>
            </a:endParaRPr>
          </a:p>
          <a:p>
            <a:r>
              <a:rPr lang="pt-BR" sz="2400" i="1" dirty="0">
                <a:solidFill>
                  <a:schemeClr val="bg1"/>
                </a:solidFill>
                <a:latin typeface="Avenir Next LT Pro Light" panose="020B0304020202020204" pitchFamily="34" charset="0"/>
              </a:rPr>
              <a:t>Talvez, os estoicos, praticantes do estoicismo, não sejam lá os mais valentes. (</a:t>
            </a:r>
            <a:r>
              <a:rPr lang="pt-BR" sz="2400" i="1" dirty="0" err="1">
                <a:solidFill>
                  <a:schemeClr val="bg1"/>
                </a:solidFill>
                <a:latin typeface="Avenir Next LT Pro Light" panose="020B0304020202020204" pitchFamily="34" charset="0"/>
              </a:rPr>
              <a:t>humpf</a:t>
            </a:r>
            <a:r>
              <a:rPr lang="pt-BR" sz="2400" i="1" dirty="0">
                <a:solidFill>
                  <a:schemeClr val="bg1"/>
                </a:solidFill>
                <a:latin typeface="Avenir Next LT Pro Light" panose="020B0304020202020204" pitchFamily="34" charset="0"/>
              </a:rPr>
              <a:t>)</a:t>
            </a:r>
          </a:p>
          <a:p>
            <a:pPr algn="r"/>
            <a:r>
              <a:rPr lang="pt-BR" sz="2400" b="1" dirty="0">
                <a:solidFill>
                  <a:schemeClr val="bg1"/>
                </a:solidFill>
                <a:latin typeface="Avenir Next LT Pro Light" panose="020B0304020202020204" pitchFamily="34" charset="0"/>
              </a:rPr>
              <a:t>-- CS</a:t>
            </a:r>
          </a:p>
        </p:txBody>
      </p:sp>
      <p:pic>
        <p:nvPicPr>
          <p:cNvPr id="14" name="Picture 13" descr="A picture containing outdoor, photo, water, sitting&#10;&#10;Description automatically generated">
            <a:extLst>
              <a:ext uri="{FF2B5EF4-FFF2-40B4-BE49-F238E27FC236}">
                <a16:creationId xmlns:a16="http://schemas.microsoft.com/office/drawing/2014/main" id="{5ABB5AE7-EC84-4C53-861F-FBE9F31452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248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714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wearing glasses&#10;&#10;Description automatically generated">
            <a:extLst>
              <a:ext uri="{FF2B5EF4-FFF2-40B4-BE49-F238E27FC236}">
                <a16:creationId xmlns:a16="http://schemas.microsoft.com/office/drawing/2014/main" id="{4A4D2FE6-ACFE-4641-AF1A-D2E387D53A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21" r="23583"/>
          <a:stretch/>
        </p:blipFill>
        <p:spPr>
          <a:xfrm>
            <a:off x="0" y="0"/>
            <a:ext cx="3627592" cy="6858000"/>
          </a:xfrm>
          <a:prstGeom prst="rect">
            <a:avLst/>
          </a:prstGeom>
        </p:spPr>
      </p:pic>
      <p:pic>
        <p:nvPicPr>
          <p:cNvPr id="14" name="Picture 13" descr="A picture containing outdoor, photo, water, sitting&#10;&#10;Description automatically generated">
            <a:extLst>
              <a:ext uri="{FF2B5EF4-FFF2-40B4-BE49-F238E27FC236}">
                <a16:creationId xmlns:a16="http://schemas.microsoft.com/office/drawing/2014/main" id="{5ABB5AE7-EC84-4C53-861F-FBE9F31452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27592" cy="6858000"/>
          </a:xfrm>
          <a:prstGeom prst="rect">
            <a:avLst/>
          </a:prstGeom>
        </p:spPr>
      </p:pic>
      <p:pic>
        <p:nvPicPr>
          <p:cNvPr id="18" name="Graphic 17" descr="Lightbulb">
            <a:extLst>
              <a:ext uri="{FF2B5EF4-FFF2-40B4-BE49-F238E27FC236}">
                <a16:creationId xmlns:a16="http://schemas.microsoft.com/office/drawing/2014/main" id="{A88F201E-135E-4CAA-BB9D-BD5F67FACF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39229" y="-247541"/>
            <a:ext cx="7105541" cy="71055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C732CB-3EF4-4B2A-9A94-5B1A39DFE784}"/>
              </a:ext>
            </a:extLst>
          </p:cNvPr>
          <p:cNvSpPr txBox="1"/>
          <p:nvPr/>
        </p:nvSpPr>
        <p:spPr>
          <a:xfrm>
            <a:off x="3548535" y="102035"/>
            <a:ext cx="60785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600" dirty="0">
                <a:solidFill>
                  <a:schemeClr val="bg1"/>
                </a:solidFill>
                <a:latin typeface="Arial Black" panose="020B0A04020102020204" pitchFamily="34" charset="0"/>
              </a:rPr>
              <a:t>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4ED01A-017E-45F4-9C8A-D5D962A1743D}"/>
              </a:ext>
            </a:extLst>
          </p:cNvPr>
          <p:cNvSpPr txBox="1"/>
          <p:nvPr/>
        </p:nvSpPr>
        <p:spPr>
          <a:xfrm>
            <a:off x="4108078" y="556989"/>
            <a:ext cx="77051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1" dirty="0">
                <a:solidFill>
                  <a:schemeClr val="bg1"/>
                </a:solidFill>
                <a:latin typeface="Avenir Next LT Pro Light" panose="020B0304020202020204" pitchFamily="34" charset="0"/>
              </a:rPr>
              <a:t>Os efeitos do isolamento social para os jovens que ficam no </a:t>
            </a:r>
            <a:r>
              <a:rPr lang="pt-BR" sz="2400" i="1" dirty="0" err="1">
                <a:solidFill>
                  <a:schemeClr val="bg1"/>
                </a:solidFill>
                <a:latin typeface="Avenir Next LT Pro Light" panose="020B0304020202020204" pitchFamily="34" charset="0"/>
              </a:rPr>
              <a:t>Discord</a:t>
            </a:r>
            <a:r>
              <a:rPr lang="pt-BR" sz="2400" i="1" dirty="0">
                <a:solidFill>
                  <a:schemeClr val="bg1"/>
                </a:solidFill>
                <a:latin typeface="Avenir Next LT Pro Light" panose="020B0304020202020204" pitchFamily="34" charset="0"/>
              </a:rPr>
              <a:t> enviando seus memes causará um apagão no ensino e problemas de difícil trato para educadores.</a:t>
            </a:r>
          </a:p>
          <a:p>
            <a:pPr algn="r"/>
            <a:r>
              <a:rPr lang="pt-BR" sz="2400" b="1" dirty="0">
                <a:solidFill>
                  <a:schemeClr val="bg1"/>
                </a:solidFill>
                <a:latin typeface="Avenir Next LT Pro Light" panose="020B0304020202020204" pitchFamily="34" charset="0"/>
              </a:rPr>
              <a:t>-- CS</a:t>
            </a:r>
          </a:p>
        </p:txBody>
      </p:sp>
    </p:spTree>
    <p:extLst>
      <p:ext uri="{BB962C8B-B14F-4D97-AF65-F5344CB8AC3E}">
        <p14:creationId xmlns:p14="http://schemas.microsoft.com/office/powerpoint/2010/main" val="3936499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B0183B-46A0-4686-BFEF-64666C6649AA}"/>
              </a:ext>
            </a:extLst>
          </p:cNvPr>
          <p:cNvSpPr/>
          <p:nvPr/>
        </p:nvSpPr>
        <p:spPr>
          <a:xfrm>
            <a:off x="2549605" y="-1"/>
            <a:ext cx="6824639" cy="6858001"/>
          </a:xfrm>
          <a:prstGeom prst="rect">
            <a:avLst/>
          </a:prstGeom>
          <a:solidFill>
            <a:srgbClr val="F7F5E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41" name="Picture 40" descr="A group of people posing for a photo&#10;&#10;Description automatically generated">
            <a:extLst>
              <a:ext uri="{FF2B5EF4-FFF2-40B4-BE49-F238E27FC236}">
                <a16:creationId xmlns:a16="http://schemas.microsoft.com/office/drawing/2014/main" id="{6D3D5D8B-BFC8-413E-B9EB-188F5F48FE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4" t="2999" r="79952" b="83981"/>
          <a:stretch/>
        </p:blipFill>
        <p:spPr>
          <a:xfrm>
            <a:off x="2647186" y="-1"/>
            <a:ext cx="1251663" cy="99786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E449529-106A-4730-8584-0ACBA2299E4D}"/>
              </a:ext>
            </a:extLst>
          </p:cNvPr>
          <p:cNvSpPr/>
          <p:nvPr/>
        </p:nvSpPr>
        <p:spPr>
          <a:xfrm>
            <a:off x="2647186" y="948662"/>
            <a:ext cx="6626046" cy="579245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05DAFF8-5C98-4C99-8A85-7AF742AC439A}"/>
              </a:ext>
            </a:extLst>
          </p:cNvPr>
          <p:cNvGrpSpPr/>
          <p:nvPr/>
        </p:nvGrpSpPr>
        <p:grpSpPr>
          <a:xfrm>
            <a:off x="2918768" y="1388034"/>
            <a:ext cx="1474116" cy="2611831"/>
            <a:chOff x="977491" y="346339"/>
            <a:chExt cx="1775260" cy="3145397"/>
          </a:xfrm>
        </p:grpSpPr>
        <p:pic>
          <p:nvPicPr>
            <p:cNvPr id="5" name="Picture 4" descr="A picture containing looking, dark, view, sitting&#10;&#10;Description automatically generated">
              <a:extLst>
                <a:ext uri="{FF2B5EF4-FFF2-40B4-BE49-F238E27FC236}">
                  <a16:creationId xmlns:a16="http://schemas.microsoft.com/office/drawing/2014/main" id="{3166E0BA-06A2-48E3-9969-6499644500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87" r="20273"/>
            <a:stretch/>
          </p:blipFill>
          <p:spPr>
            <a:xfrm>
              <a:off x="977491" y="346339"/>
              <a:ext cx="1775260" cy="3145397"/>
            </a:xfrm>
            <a:prstGeom prst="rect">
              <a:avLst/>
            </a:prstGeom>
          </p:spPr>
        </p:pic>
        <p:pic>
          <p:nvPicPr>
            <p:cNvPr id="27" name="Picture 26" descr="A picture containing keyboard&#10;&#10;Description automatically generated">
              <a:extLst>
                <a:ext uri="{FF2B5EF4-FFF2-40B4-BE49-F238E27FC236}">
                  <a16:creationId xmlns:a16="http://schemas.microsoft.com/office/drawing/2014/main" id="{F5D047EF-2025-47CA-880B-8B47DA4B2E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278" r="77929" b="56702"/>
            <a:stretch/>
          </p:blipFill>
          <p:spPr>
            <a:xfrm>
              <a:off x="1155438" y="1155470"/>
              <a:ext cx="1324583" cy="972589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8202831-013B-41B0-BD5D-B8F07D2A6425}"/>
              </a:ext>
            </a:extLst>
          </p:cNvPr>
          <p:cNvGrpSpPr/>
          <p:nvPr/>
        </p:nvGrpSpPr>
        <p:grpSpPr>
          <a:xfrm>
            <a:off x="4698086" y="1388034"/>
            <a:ext cx="1474116" cy="2611831"/>
            <a:chOff x="4279152" y="400481"/>
            <a:chExt cx="1775260" cy="3145397"/>
          </a:xfrm>
        </p:grpSpPr>
        <p:pic>
          <p:nvPicPr>
            <p:cNvPr id="8" name="Picture 7" descr="A close up&#10;&#10;Description automatically generated">
              <a:extLst>
                <a:ext uri="{FF2B5EF4-FFF2-40B4-BE49-F238E27FC236}">
                  <a16:creationId xmlns:a16="http://schemas.microsoft.com/office/drawing/2014/main" id="{460C1470-2E63-451B-A2AF-A91CD7BE13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97" r="22163"/>
            <a:stretch/>
          </p:blipFill>
          <p:spPr>
            <a:xfrm>
              <a:off x="4279152" y="400481"/>
              <a:ext cx="1775260" cy="3145397"/>
            </a:xfrm>
            <a:prstGeom prst="rect">
              <a:avLst/>
            </a:prstGeom>
          </p:spPr>
        </p:pic>
        <p:pic>
          <p:nvPicPr>
            <p:cNvPr id="29" name="Picture 28" descr="A picture containing keyboard&#10;&#10;Description automatically generated">
              <a:extLst>
                <a:ext uri="{FF2B5EF4-FFF2-40B4-BE49-F238E27FC236}">
                  <a16:creationId xmlns:a16="http://schemas.microsoft.com/office/drawing/2014/main" id="{FF64A7A2-A8AC-4B50-8AF6-C7CF309788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110" t="79015" r="51958"/>
            <a:stretch/>
          </p:blipFill>
          <p:spPr>
            <a:xfrm>
              <a:off x="4397433" y="1064029"/>
              <a:ext cx="1496291" cy="970931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6896EBB-5140-46AD-A631-02D0C795E13B}"/>
              </a:ext>
            </a:extLst>
          </p:cNvPr>
          <p:cNvGrpSpPr/>
          <p:nvPr/>
        </p:nvGrpSpPr>
        <p:grpSpPr>
          <a:xfrm>
            <a:off x="6461975" y="1436175"/>
            <a:ext cx="1500892" cy="2611831"/>
            <a:chOff x="8085879" y="400480"/>
            <a:chExt cx="1807506" cy="3145397"/>
          </a:xfrm>
        </p:grpSpPr>
        <p:pic>
          <p:nvPicPr>
            <p:cNvPr id="13" name="Picture 12" descr="A close up of a cat&#10;&#10;Description automatically generated">
              <a:extLst>
                <a:ext uri="{FF2B5EF4-FFF2-40B4-BE49-F238E27FC236}">
                  <a16:creationId xmlns:a16="http://schemas.microsoft.com/office/drawing/2014/main" id="{F8EB221F-580A-4D8A-BB34-E3A883069A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56" r="21979"/>
            <a:stretch/>
          </p:blipFill>
          <p:spPr>
            <a:xfrm>
              <a:off x="8085879" y="400480"/>
              <a:ext cx="1807506" cy="3145397"/>
            </a:xfrm>
            <a:prstGeom prst="rect">
              <a:avLst/>
            </a:prstGeom>
          </p:spPr>
        </p:pic>
        <p:pic>
          <p:nvPicPr>
            <p:cNvPr id="31" name="Picture 30" descr="A picture containing keyboard&#10;&#10;Description automatically generated">
              <a:extLst>
                <a:ext uri="{FF2B5EF4-FFF2-40B4-BE49-F238E27FC236}">
                  <a16:creationId xmlns:a16="http://schemas.microsoft.com/office/drawing/2014/main" id="{373AA0DE-5FDF-4710-BC25-61AB94D41F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003" r="78743"/>
            <a:stretch/>
          </p:blipFill>
          <p:spPr>
            <a:xfrm>
              <a:off x="8342327" y="1064029"/>
              <a:ext cx="1275720" cy="1064030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CD96F5F-319A-4EFA-A6A4-810CB17AC533}"/>
              </a:ext>
            </a:extLst>
          </p:cNvPr>
          <p:cNvGrpSpPr/>
          <p:nvPr/>
        </p:nvGrpSpPr>
        <p:grpSpPr>
          <a:xfrm>
            <a:off x="7384931" y="4129286"/>
            <a:ext cx="1500892" cy="2611831"/>
            <a:chOff x="8215639" y="3712603"/>
            <a:chExt cx="1807507" cy="3145397"/>
          </a:xfrm>
        </p:grpSpPr>
        <p:pic>
          <p:nvPicPr>
            <p:cNvPr id="11" name="Picture 10" descr="A person looking at the camera&#10;&#10;Description automatically generated">
              <a:extLst>
                <a:ext uri="{FF2B5EF4-FFF2-40B4-BE49-F238E27FC236}">
                  <a16:creationId xmlns:a16="http://schemas.microsoft.com/office/drawing/2014/main" id="{35893FD7-3038-493D-BD84-9F14B533A4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220" r="21314"/>
            <a:stretch/>
          </p:blipFill>
          <p:spPr>
            <a:xfrm>
              <a:off x="8215639" y="3712603"/>
              <a:ext cx="1807507" cy="3145397"/>
            </a:xfrm>
            <a:prstGeom prst="rect">
              <a:avLst/>
            </a:prstGeom>
          </p:spPr>
        </p:pic>
        <p:pic>
          <p:nvPicPr>
            <p:cNvPr id="33" name="Picture 32" descr="A picture containing keyboard&#10;&#10;Description automatically generated">
              <a:extLst>
                <a:ext uri="{FF2B5EF4-FFF2-40B4-BE49-F238E27FC236}">
                  <a16:creationId xmlns:a16="http://schemas.microsoft.com/office/drawing/2014/main" id="{F377ED27-3BA2-4B92-A07E-437A40F0BA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29" t="82696"/>
            <a:stretch/>
          </p:blipFill>
          <p:spPr>
            <a:xfrm>
              <a:off x="8397688" y="4740088"/>
              <a:ext cx="1354586" cy="800643"/>
            </a:xfrm>
            <a:prstGeom prst="rect">
              <a:avLst/>
            </a:prstGeom>
          </p:spPr>
        </p:pic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5A22F49F-AC4E-4893-9FE9-EE0CDA3E4096}"/>
              </a:ext>
            </a:extLst>
          </p:cNvPr>
          <p:cNvSpPr txBox="1"/>
          <p:nvPr/>
        </p:nvSpPr>
        <p:spPr>
          <a:xfrm>
            <a:off x="3886767" y="-28470"/>
            <a:ext cx="24471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com </a:t>
            </a:r>
          </a:p>
          <a:p>
            <a:r>
              <a:rPr lang="pt-BR" dirty="0">
                <a:latin typeface="Arial Black" panose="020B0A04020102020204" pitchFamily="34" charset="0"/>
              </a:rPr>
              <a:t>o </a:t>
            </a:r>
          </a:p>
          <a:p>
            <a:r>
              <a:rPr lang="pt-BR" dirty="0">
                <a:latin typeface="Arial Black" panose="020B0A04020102020204" pitchFamily="34" charset="0"/>
              </a:rPr>
              <a:t>cachorro salsicha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2979F10-168A-44F9-9700-633B84F994EA}"/>
              </a:ext>
            </a:extLst>
          </p:cNvPr>
          <p:cNvSpPr txBox="1"/>
          <p:nvPr/>
        </p:nvSpPr>
        <p:spPr>
          <a:xfrm>
            <a:off x="8396069" y="-2847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mono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6B5AD02-EA7F-45CF-B190-B0306688C0AD}"/>
              </a:ext>
            </a:extLst>
          </p:cNvPr>
          <p:cNvSpPr/>
          <p:nvPr/>
        </p:nvSpPr>
        <p:spPr>
          <a:xfrm>
            <a:off x="2926483" y="1375303"/>
            <a:ext cx="1358592" cy="2624562"/>
          </a:xfrm>
          <a:prstGeom prst="rect">
            <a:avLst/>
          </a:prstGeom>
          <a:solidFill>
            <a:srgbClr val="F7F5E8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FB96E77-2D82-4BFB-A5A8-04AFD358D6D4}"/>
              </a:ext>
            </a:extLst>
          </p:cNvPr>
          <p:cNvSpPr/>
          <p:nvPr/>
        </p:nvSpPr>
        <p:spPr>
          <a:xfrm>
            <a:off x="4694229" y="1375303"/>
            <a:ext cx="1358592" cy="2624562"/>
          </a:xfrm>
          <a:prstGeom prst="rect">
            <a:avLst/>
          </a:prstGeom>
          <a:solidFill>
            <a:srgbClr val="F7F5E8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66B0592-C96D-44DA-AB72-405AC93EC51E}"/>
              </a:ext>
            </a:extLst>
          </p:cNvPr>
          <p:cNvSpPr/>
          <p:nvPr/>
        </p:nvSpPr>
        <p:spPr>
          <a:xfrm>
            <a:off x="6533125" y="1423444"/>
            <a:ext cx="1358592" cy="2624562"/>
          </a:xfrm>
          <a:prstGeom prst="rect">
            <a:avLst/>
          </a:prstGeom>
          <a:solidFill>
            <a:srgbClr val="F7F5E8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7C70279-F938-4065-92B8-C51B1AE0787F}"/>
              </a:ext>
            </a:extLst>
          </p:cNvPr>
          <p:cNvSpPr/>
          <p:nvPr/>
        </p:nvSpPr>
        <p:spPr>
          <a:xfrm>
            <a:off x="7456081" y="4116555"/>
            <a:ext cx="1358592" cy="2624562"/>
          </a:xfrm>
          <a:prstGeom prst="rect">
            <a:avLst/>
          </a:prstGeom>
          <a:solidFill>
            <a:srgbClr val="F7F5E8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9927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CB50B5-603C-487F-9B59-90FD0B880EE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17" r="25387"/>
          <a:stretch/>
        </p:blipFill>
        <p:spPr>
          <a:xfrm>
            <a:off x="0" y="0"/>
            <a:ext cx="3627592" cy="6858000"/>
          </a:xfrm>
          <a:prstGeom prst="rect">
            <a:avLst/>
          </a:prstGeom>
        </p:spPr>
      </p:pic>
      <p:pic>
        <p:nvPicPr>
          <p:cNvPr id="14" name="Picture 13" descr="A picture containing outdoor, photo, water, sitting&#10;&#10;Description automatically generated">
            <a:extLst>
              <a:ext uri="{FF2B5EF4-FFF2-40B4-BE49-F238E27FC236}">
                <a16:creationId xmlns:a16="http://schemas.microsoft.com/office/drawing/2014/main" id="{5ABB5AE7-EC84-4C53-861F-FBE9F31452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27592" cy="6858000"/>
          </a:xfrm>
          <a:prstGeom prst="rect">
            <a:avLst/>
          </a:prstGeom>
        </p:spPr>
      </p:pic>
      <p:pic>
        <p:nvPicPr>
          <p:cNvPr id="18" name="Graphic 17" descr="Lightbulb">
            <a:extLst>
              <a:ext uri="{FF2B5EF4-FFF2-40B4-BE49-F238E27FC236}">
                <a16:creationId xmlns:a16="http://schemas.microsoft.com/office/drawing/2014/main" id="{A88F201E-135E-4CAA-BB9D-BD5F67FACF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39229" y="-247541"/>
            <a:ext cx="7105541" cy="71055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C732CB-3EF4-4B2A-9A94-5B1A39DFE784}"/>
              </a:ext>
            </a:extLst>
          </p:cNvPr>
          <p:cNvSpPr txBox="1"/>
          <p:nvPr/>
        </p:nvSpPr>
        <p:spPr>
          <a:xfrm>
            <a:off x="3548535" y="102035"/>
            <a:ext cx="60785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600" dirty="0">
                <a:solidFill>
                  <a:schemeClr val="bg1"/>
                </a:solidFill>
                <a:latin typeface="Arial Black" panose="020B0A04020102020204" pitchFamily="34" charset="0"/>
              </a:rPr>
              <a:t>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4ED01A-017E-45F4-9C8A-D5D962A1743D}"/>
              </a:ext>
            </a:extLst>
          </p:cNvPr>
          <p:cNvSpPr txBox="1"/>
          <p:nvPr/>
        </p:nvSpPr>
        <p:spPr>
          <a:xfrm>
            <a:off x="4108078" y="556989"/>
            <a:ext cx="770516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i="1" dirty="0">
                <a:solidFill>
                  <a:schemeClr val="bg1"/>
                </a:solidFill>
                <a:latin typeface="Avenir Next LT Pro Light" panose="020B0304020202020204" pitchFamily="34" charset="0"/>
              </a:rPr>
              <a:t>Os filósofos (</a:t>
            </a:r>
            <a:r>
              <a:rPr lang="pt-BR" sz="2000" i="1" dirty="0" err="1">
                <a:solidFill>
                  <a:schemeClr val="bg1"/>
                </a:solidFill>
                <a:latin typeface="Avenir Next LT Pro Light" panose="020B0304020202020204" pitchFamily="34" charset="0"/>
              </a:rPr>
              <a:t>pfffrrrrrhhh</a:t>
            </a:r>
            <a:r>
              <a:rPr lang="pt-BR" sz="2000" i="1" dirty="0">
                <a:solidFill>
                  <a:schemeClr val="bg1"/>
                </a:solidFill>
                <a:latin typeface="Avenir Next LT Pro Light" panose="020B0304020202020204" pitchFamily="34" charset="0"/>
              </a:rPr>
              <a:t>)... Os originais, é... (</a:t>
            </a:r>
            <a:r>
              <a:rPr lang="pt-BR" sz="2000" i="1" dirty="0" err="1">
                <a:solidFill>
                  <a:schemeClr val="bg1"/>
                </a:solidFill>
                <a:latin typeface="Avenir Next LT Pro Light" panose="020B0304020202020204" pitchFamily="34" charset="0"/>
              </a:rPr>
              <a:t>phhhinrr</a:t>
            </a:r>
            <a:r>
              <a:rPr lang="pt-BR" sz="2000" i="1" dirty="0">
                <a:solidFill>
                  <a:schemeClr val="bg1"/>
                </a:solidFill>
                <a:latin typeface="Avenir Next LT Pro Light" panose="020B0304020202020204" pitchFamily="34" charset="0"/>
              </a:rPr>
              <a:t>) Tiveram o seu (</a:t>
            </a:r>
            <a:r>
              <a:rPr lang="pt-BR" sz="2000" i="1" dirty="0" err="1">
                <a:solidFill>
                  <a:schemeClr val="bg1"/>
                </a:solidFill>
                <a:latin typeface="Avenir Next LT Pro Light" panose="020B0304020202020204" pitchFamily="34" charset="0"/>
              </a:rPr>
              <a:t>mrrhh</a:t>
            </a:r>
            <a:r>
              <a:rPr lang="pt-BR" sz="2000" i="1" dirty="0">
                <a:solidFill>
                  <a:schemeClr val="bg1"/>
                </a:solidFill>
                <a:latin typeface="Avenir Next LT Pro Light" panose="020B0304020202020204" pitchFamily="34" charset="0"/>
              </a:rPr>
              <a:t>) mérito. Dado que foram pioneiros e exerceram a Filosofia em sua plenitude. </a:t>
            </a:r>
          </a:p>
          <a:p>
            <a:endParaRPr lang="pt-BR" sz="2000" i="1" dirty="0">
              <a:solidFill>
                <a:schemeClr val="bg1"/>
              </a:solidFill>
              <a:latin typeface="Avenir Next LT Pro Light" panose="020B0304020202020204" pitchFamily="34" charset="0"/>
            </a:endParaRPr>
          </a:p>
          <a:p>
            <a:r>
              <a:rPr lang="pt-BR" sz="2000" i="1" dirty="0">
                <a:solidFill>
                  <a:schemeClr val="bg1"/>
                </a:solidFill>
                <a:latin typeface="Avenir Next LT Pro Light" panose="020B0304020202020204" pitchFamily="34" charset="0"/>
              </a:rPr>
              <a:t>Não obstante, os filósofos originais, foram a fundação do pensamento crítico, se difundindo em algumas variantes e também, porque não dizer, escolas filosóficas.</a:t>
            </a:r>
          </a:p>
          <a:p>
            <a:endParaRPr lang="pt-BR" sz="2000" i="1" dirty="0">
              <a:solidFill>
                <a:schemeClr val="bg1"/>
              </a:solidFill>
              <a:latin typeface="Avenir Next LT Pro Light" panose="020B0304020202020204" pitchFamily="34" charset="0"/>
            </a:endParaRPr>
          </a:p>
          <a:p>
            <a:r>
              <a:rPr lang="pt-BR" sz="2000" i="1" dirty="0">
                <a:solidFill>
                  <a:schemeClr val="bg1"/>
                </a:solidFill>
                <a:latin typeface="Avenir Next LT Pro Light" panose="020B0304020202020204" pitchFamily="34" charset="0"/>
              </a:rPr>
              <a:t>Imbuídos da verdadeira busca pelo exercício filosófico, esses filósofos originais foram a síntese de um pensamento que ecoou pelos séculos, pelos milênios, até os dias de hoje. E nos dias de hoje, o que temos na verdade são isso, apenas ecos, ecos desses pensamentos, desses pensadores: dos filósofos originais. E, nada mais do queeeeeeeeeeeeeeeeeeeeeeeeeeeeeeeeeeeeeeeeeee-eeeeeeeeeeeeeeeeeeeeeeeeeeeeeeeeeeeeeeeeeeeeeeeeeeeeeeeeeeeeeeeeeeeeeeeeeeeeeeeeeeeeeeeeeeeeeeeeeeeeeeeeeeeeeeeeecos.</a:t>
            </a:r>
          </a:p>
          <a:p>
            <a:pPr algn="r"/>
            <a:r>
              <a:rPr lang="pt-BR" sz="2000" b="1" dirty="0">
                <a:solidFill>
                  <a:schemeClr val="bg1"/>
                </a:solidFill>
                <a:latin typeface="Avenir Next LT Pro Light" panose="020B0304020202020204" pitchFamily="34" charset="0"/>
              </a:rPr>
              <a:t>-- CS</a:t>
            </a:r>
          </a:p>
        </p:txBody>
      </p:sp>
      <p:pic>
        <p:nvPicPr>
          <p:cNvPr id="4" name="Picture 3" descr="A picture containing keyboard&#10;&#10;Description automatically generated">
            <a:extLst>
              <a:ext uri="{FF2B5EF4-FFF2-40B4-BE49-F238E27FC236}">
                <a16:creationId xmlns:a16="http://schemas.microsoft.com/office/drawing/2014/main" id="{A05D253F-33BA-46F5-8F6B-37D4B8F0830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834" r="80017"/>
          <a:stretch/>
        </p:blipFill>
        <p:spPr>
          <a:xfrm>
            <a:off x="1310217" y="2194560"/>
            <a:ext cx="1199303" cy="107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160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66E6FD7A-ABE7-4BC5-B9EF-4273A5BD30EB}"/>
              </a:ext>
            </a:extLst>
          </p:cNvPr>
          <p:cNvGrpSpPr/>
          <p:nvPr/>
        </p:nvGrpSpPr>
        <p:grpSpPr>
          <a:xfrm>
            <a:off x="5933291" y="0"/>
            <a:ext cx="3180422" cy="5534526"/>
            <a:chOff x="8085879" y="400480"/>
            <a:chExt cx="1807506" cy="3145397"/>
          </a:xfrm>
        </p:grpSpPr>
        <p:pic>
          <p:nvPicPr>
            <p:cNvPr id="27" name="Picture 26" descr="A close up of a cat&#10;&#10;Description automatically generated">
              <a:extLst>
                <a:ext uri="{FF2B5EF4-FFF2-40B4-BE49-F238E27FC236}">
                  <a16:creationId xmlns:a16="http://schemas.microsoft.com/office/drawing/2014/main" id="{BD119384-332D-4BB0-ABBE-67B7417319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56" r="21979"/>
            <a:stretch/>
          </p:blipFill>
          <p:spPr>
            <a:xfrm>
              <a:off x="8085879" y="400480"/>
              <a:ext cx="1807506" cy="3145397"/>
            </a:xfrm>
            <a:prstGeom prst="rect">
              <a:avLst/>
            </a:prstGeom>
          </p:spPr>
        </p:pic>
        <p:pic>
          <p:nvPicPr>
            <p:cNvPr id="28" name="Picture 27" descr="A picture containing keyboard&#10;&#10;Description automatically generated">
              <a:extLst>
                <a:ext uri="{FF2B5EF4-FFF2-40B4-BE49-F238E27FC236}">
                  <a16:creationId xmlns:a16="http://schemas.microsoft.com/office/drawing/2014/main" id="{28EBDC2D-451B-416C-990E-B7C23B2FBB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003" r="78743"/>
            <a:stretch/>
          </p:blipFill>
          <p:spPr>
            <a:xfrm>
              <a:off x="8342327" y="1064029"/>
              <a:ext cx="1275720" cy="106403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D86E7B4-E4BD-4E12-9608-A7313F947FED}"/>
              </a:ext>
            </a:extLst>
          </p:cNvPr>
          <p:cNvGrpSpPr/>
          <p:nvPr/>
        </p:nvGrpSpPr>
        <p:grpSpPr>
          <a:xfrm>
            <a:off x="0" y="-2"/>
            <a:ext cx="3123684" cy="5534528"/>
            <a:chOff x="977491" y="346339"/>
            <a:chExt cx="1775260" cy="3145397"/>
          </a:xfrm>
        </p:grpSpPr>
        <p:pic>
          <p:nvPicPr>
            <p:cNvPr id="21" name="Picture 20" descr="A picture containing looking, dark, view, sitting&#10;&#10;Description automatically generated">
              <a:extLst>
                <a:ext uri="{FF2B5EF4-FFF2-40B4-BE49-F238E27FC236}">
                  <a16:creationId xmlns:a16="http://schemas.microsoft.com/office/drawing/2014/main" id="{36C19823-2A2D-4F46-A471-FBA41724D6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87" r="20273"/>
            <a:stretch/>
          </p:blipFill>
          <p:spPr>
            <a:xfrm>
              <a:off x="977491" y="346339"/>
              <a:ext cx="1775260" cy="3145397"/>
            </a:xfrm>
            <a:prstGeom prst="rect">
              <a:avLst/>
            </a:prstGeom>
          </p:spPr>
        </p:pic>
        <p:pic>
          <p:nvPicPr>
            <p:cNvPr id="22" name="Picture 21" descr="A picture containing keyboard&#10;&#10;Description automatically generated">
              <a:extLst>
                <a:ext uri="{FF2B5EF4-FFF2-40B4-BE49-F238E27FC236}">
                  <a16:creationId xmlns:a16="http://schemas.microsoft.com/office/drawing/2014/main" id="{F9A8A216-BD7C-46C2-840F-CF3ABE3905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278" r="77929" b="56702"/>
            <a:stretch/>
          </p:blipFill>
          <p:spPr>
            <a:xfrm>
              <a:off x="1155438" y="1155470"/>
              <a:ext cx="1324583" cy="972589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4C9F1EF-6A18-4FBF-A58D-F695E32C120F}"/>
              </a:ext>
            </a:extLst>
          </p:cNvPr>
          <p:cNvGrpSpPr/>
          <p:nvPr/>
        </p:nvGrpSpPr>
        <p:grpSpPr>
          <a:xfrm>
            <a:off x="2884225" y="-2"/>
            <a:ext cx="3123684" cy="5534528"/>
            <a:chOff x="4279152" y="400481"/>
            <a:chExt cx="1775260" cy="3145397"/>
          </a:xfrm>
        </p:grpSpPr>
        <p:pic>
          <p:nvPicPr>
            <p:cNvPr id="24" name="Picture 23" descr="A close up&#10;&#10;Description automatically generated">
              <a:extLst>
                <a:ext uri="{FF2B5EF4-FFF2-40B4-BE49-F238E27FC236}">
                  <a16:creationId xmlns:a16="http://schemas.microsoft.com/office/drawing/2014/main" id="{3FC6FF78-47B3-42F4-884E-585E47A48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97" r="22163"/>
            <a:stretch/>
          </p:blipFill>
          <p:spPr>
            <a:xfrm>
              <a:off x="4279152" y="400481"/>
              <a:ext cx="1775260" cy="3145397"/>
            </a:xfrm>
            <a:prstGeom prst="rect">
              <a:avLst/>
            </a:prstGeom>
          </p:spPr>
        </p:pic>
        <p:pic>
          <p:nvPicPr>
            <p:cNvPr id="25" name="Picture 24" descr="A picture containing keyboard&#10;&#10;Description automatically generated">
              <a:extLst>
                <a:ext uri="{FF2B5EF4-FFF2-40B4-BE49-F238E27FC236}">
                  <a16:creationId xmlns:a16="http://schemas.microsoft.com/office/drawing/2014/main" id="{74B28F59-1847-4442-B02A-53DC95E020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110" t="79015" r="51958"/>
            <a:stretch/>
          </p:blipFill>
          <p:spPr>
            <a:xfrm>
              <a:off x="4397433" y="1064029"/>
              <a:ext cx="1496291" cy="970931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743E22B-209B-4D7A-951C-7FB96B83712B}"/>
              </a:ext>
            </a:extLst>
          </p:cNvPr>
          <p:cNvGrpSpPr/>
          <p:nvPr/>
        </p:nvGrpSpPr>
        <p:grpSpPr>
          <a:xfrm>
            <a:off x="9011578" y="-2"/>
            <a:ext cx="3180422" cy="5534526"/>
            <a:chOff x="8215639" y="3712603"/>
            <a:chExt cx="1807507" cy="3145397"/>
          </a:xfrm>
        </p:grpSpPr>
        <p:pic>
          <p:nvPicPr>
            <p:cNvPr id="30" name="Picture 29" descr="A person looking at the camera&#10;&#10;Description automatically generated">
              <a:extLst>
                <a:ext uri="{FF2B5EF4-FFF2-40B4-BE49-F238E27FC236}">
                  <a16:creationId xmlns:a16="http://schemas.microsoft.com/office/drawing/2014/main" id="{ACC7C0D9-A1BC-480E-963C-656570D0B1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220" r="21314"/>
            <a:stretch/>
          </p:blipFill>
          <p:spPr>
            <a:xfrm>
              <a:off x="8215639" y="3712603"/>
              <a:ext cx="1807507" cy="3145397"/>
            </a:xfrm>
            <a:prstGeom prst="rect">
              <a:avLst/>
            </a:prstGeom>
          </p:spPr>
        </p:pic>
        <p:pic>
          <p:nvPicPr>
            <p:cNvPr id="31" name="Picture 30" descr="A picture containing keyboard&#10;&#10;Description automatically generated">
              <a:extLst>
                <a:ext uri="{FF2B5EF4-FFF2-40B4-BE49-F238E27FC236}">
                  <a16:creationId xmlns:a16="http://schemas.microsoft.com/office/drawing/2014/main" id="{3487684C-D012-4DE1-A5C9-788B10CB3C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29" t="82696"/>
            <a:stretch/>
          </p:blipFill>
          <p:spPr>
            <a:xfrm>
              <a:off x="8397688" y="4740088"/>
              <a:ext cx="1354586" cy="800643"/>
            </a:xfrm>
            <a:prstGeom prst="rect">
              <a:avLst/>
            </a:prstGeom>
          </p:spPr>
        </p:pic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D5B5A759-1B29-40D0-9453-2EE62820423B}"/>
              </a:ext>
            </a:extLst>
          </p:cNvPr>
          <p:cNvSpPr txBox="1"/>
          <p:nvPr/>
        </p:nvSpPr>
        <p:spPr>
          <a:xfrm>
            <a:off x="-1" y="5709641"/>
            <a:ext cx="121920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dirty="0">
                <a:solidFill>
                  <a:schemeClr val="bg1">
                    <a:lumMod val="9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  <a:latin typeface="Verdana Pro SemiBold" panose="020B0604020202020204" pitchFamily="34" charset="0"/>
                <a:cs typeface="JasmineUPC" panose="020B0502040204020203" pitchFamily="18" charset="-34"/>
              </a:rPr>
              <a:t>Cachorro Salsicha</a:t>
            </a:r>
          </a:p>
        </p:txBody>
      </p:sp>
    </p:spTree>
    <p:extLst>
      <p:ext uri="{BB962C8B-B14F-4D97-AF65-F5344CB8AC3E}">
        <p14:creationId xmlns:p14="http://schemas.microsoft.com/office/powerpoint/2010/main" val="2459473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sk posing for the camera&#10;&#10;Description automatically generated">
            <a:extLst>
              <a:ext uri="{FF2B5EF4-FFF2-40B4-BE49-F238E27FC236}">
                <a16:creationId xmlns:a16="http://schemas.microsoft.com/office/drawing/2014/main" id="{22F63FA1-6396-4F88-A70F-B8E7F44238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E31B52-8ED0-4B4B-BC81-0226A55FFF30}"/>
              </a:ext>
            </a:extLst>
          </p:cNvPr>
          <p:cNvSpPr txBox="1"/>
          <p:nvPr/>
        </p:nvSpPr>
        <p:spPr>
          <a:xfrm rot="16200000">
            <a:off x="-2092089" y="2274843"/>
            <a:ext cx="6858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solidFill>
                  <a:schemeClr val="bg1">
                    <a:lumMod val="95000"/>
                  </a:schemeClr>
                </a:solidFill>
                <a:latin typeface="Geometos Neue Ultra" pitchFamily="50" charset="0"/>
              </a:rPr>
              <a:t>Cachorro Salsicha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6B2109-1941-4171-91B0-F41DEF36CA16}"/>
              </a:ext>
            </a:extLst>
          </p:cNvPr>
          <p:cNvSpPr txBox="1"/>
          <p:nvPr/>
        </p:nvSpPr>
        <p:spPr>
          <a:xfrm rot="16200000">
            <a:off x="7546392" y="2828840"/>
            <a:ext cx="685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solidFill>
                  <a:schemeClr val="bg1">
                    <a:lumMod val="95000"/>
                  </a:schemeClr>
                </a:solidFill>
                <a:latin typeface="Geometos Neue Ultra" pitchFamily="50" charset="0"/>
              </a:rPr>
              <a:t>MC-</a:t>
            </a:r>
            <a:r>
              <a:rPr lang="pt-BR" sz="7200" dirty="0" err="1">
                <a:solidFill>
                  <a:schemeClr val="bg1">
                    <a:lumMod val="95000"/>
                  </a:schemeClr>
                </a:solidFill>
                <a:latin typeface="Geometos Neue Ultra" pitchFamily="50" charset="0"/>
              </a:rPr>
              <a:t>Bolitos</a:t>
            </a:r>
            <a:endParaRPr lang="pt-BR" sz="7200" dirty="0">
              <a:solidFill>
                <a:schemeClr val="bg1">
                  <a:lumMod val="95000"/>
                </a:schemeClr>
              </a:solidFill>
              <a:latin typeface="Geometos Neue Ultra" pitchFamily="50" charset="0"/>
            </a:endParaRPr>
          </a:p>
        </p:txBody>
      </p:sp>
      <p:pic>
        <p:nvPicPr>
          <p:cNvPr id="13" name="Picture 12" descr="A picture containing outdoor, photo, water, sitting&#10;&#10;Description automatically generated">
            <a:extLst>
              <a:ext uri="{FF2B5EF4-FFF2-40B4-BE49-F238E27FC236}">
                <a16:creationId xmlns:a16="http://schemas.microsoft.com/office/drawing/2014/main" id="{2DAC4A61-4F00-408D-A1B0-7D45CED393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8195" y="0"/>
            <a:ext cx="3627591" cy="6858000"/>
          </a:xfrm>
          <a:prstGeom prst="rect">
            <a:avLst/>
          </a:prstGeom>
        </p:spPr>
      </p:pic>
      <p:pic>
        <p:nvPicPr>
          <p:cNvPr id="35" name="Picture 34" descr="A picture containing outdoor, photo, water, sitting&#10;&#10;Description automatically generated">
            <a:extLst>
              <a:ext uri="{FF2B5EF4-FFF2-40B4-BE49-F238E27FC236}">
                <a16:creationId xmlns:a16="http://schemas.microsoft.com/office/drawing/2014/main" id="{FB687460-0166-4DFC-9C9B-459405192D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787" y="-1"/>
            <a:ext cx="3319214" cy="6858001"/>
          </a:xfrm>
          <a:prstGeom prst="rect">
            <a:avLst/>
          </a:prstGeom>
        </p:spPr>
      </p:pic>
      <p:pic>
        <p:nvPicPr>
          <p:cNvPr id="46" name="Picture 45" descr="A picture containing outdoor, photo, water, sitting&#10;&#10;Description automatically generated">
            <a:extLst>
              <a:ext uri="{FF2B5EF4-FFF2-40B4-BE49-F238E27FC236}">
                <a16:creationId xmlns:a16="http://schemas.microsoft.com/office/drawing/2014/main" id="{583F91CE-3A0B-48DC-8EEB-28E33EC794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"/>
            <a:ext cx="2703758" cy="6858000"/>
          </a:xfrm>
          <a:prstGeom prst="rect">
            <a:avLst/>
          </a:prstGeom>
        </p:spPr>
      </p:pic>
      <p:pic>
        <p:nvPicPr>
          <p:cNvPr id="48" name="Picture 47" descr="A picture containing outdoor, photo, water, sitting&#10;&#10;Description automatically generated">
            <a:extLst>
              <a:ext uri="{FF2B5EF4-FFF2-40B4-BE49-F238E27FC236}">
                <a16:creationId xmlns:a16="http://schemas.microsoft.com/office/drawing/2014/main" id="{4358FE53-4795-43C9-9253-04FAEC82E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242" y="0"/>
            <a:ext cx="27037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175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276</Words>
  <Application>Microsoft Office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Arial Black</vt:lpstr>
      <vt:lpstr>Avenir Next LT Pro Light</vt:lpstr>
      <vt:lpstr>Calibri</vt:lpstr>
      <vt:lpstr>Calibri Light</vt:lpstr>
      <vt:lpstr>Geometos Neue Ultra</vt:lpstr>
      <vt:lpstr>Verdana Pro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Leandro Daniel</dc:creator>
  <cp:lastModifiedBy>Leandro Daniel</cp:lastModifiedBy>
  <cp:revision>1</cp:revision>
  <dcterms:created xsi:type="dcterms:W3CDTF">2020-07-21T17:18:14Z</dcterms:created>
  <dcterms:modified xsi:type="dcterms:W3CDTF">2020-07-25T02:54:34Z</dcterms:modified>
</cp:coreProperties>
</file>